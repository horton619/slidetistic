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457200" y="137160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/>
              <a:t>Our members manage more than four hundred thousand acres of grazing land across the region</a:t>
            </a:r>
          </a:p>
        </p:txBody>
      </p:sp>
      <p:sp>
        <p:nvSpPr>
          <p:cNvPr id="3" name="Google Shape;52;p1"/>
          <p:cNvSpPr txBox="1"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</p:spPr>
        <p:txBody>
          <a:bodyPr wrap="square">
            <a:normAutofit fontScale="90000"/>
          </a:bodyPr>
          <a:lstStyle/>
          <a:p>
            <a:r>
              <a:rPr sz="3600"/>
              <a:t>Annual awards dinner and silent auction for the scholarship fund tonight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