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8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8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2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51;p1"/>
          <p:cNvSpPr txBox="1"/>
          <p:nvPr/>
        </p:nvSpPr>
        <p:spPr>
          <a:xfrm>
            <a:off x="457200" y="420624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Footnote one</a:t>
            </a:r>
          </a:p>
          <a:p>
            <a:r>
              <a:rPr sz="1800"/>
              <a:t>Footnote two</a:t>
            </a:r>
          </a:p>
          <a:p>
            <a:r>
              <a:rPr sz="1800"/>
              <a:t>Footnote three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