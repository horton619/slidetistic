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457200" y="420624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Footnote one</a:t>
            </a:r>
          </a:p>
          <a:p>
            <a:r>
              <a:rPr sz="1800"/>
              <a:t>Footnote two</a:t>
            </a:r>
          </a:p>
          <a:p>
            <a:r>
              <a:rPr sz="1800"/>
              <a:t>Footnote three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