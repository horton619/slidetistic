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4.bin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Object Excel.Sheet.12"/>
          <p:cNvGraphicFramePr>
            <a:graphicFrameLocks noChangeAspect="1"/>
          </p:cNvGraphicFramePr>
          <p:nvPr/>
        </p:nvGraphicFramePr>
        <p:xfrm>
          <a:off x="914400" y="914400"/>
          <a:ext cx="2743200" cy="1828800"/>
        </p:xfrm>
        <a:graphic>
          <a:graphicData uri="http://schemas.openxmlformats.org/presentationml/2006/ole">
            <p:oleObj progId="Excel.Sheet.12" r:id="rId2" imgW="914400" imgH="609600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9144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Object Word.Document.12"/>
          <p:cNvGraphicFramePr>
            <a:graphicFrameLocks noChangeAspect="1"/>
          </p:cNvGraphicFramePr>
          <p:nvPr/>
        </p:nvGraphicFramePr>
        <p:xfrm>
          <a:off x="914400" y="914400"/>
          <a:ext cx="2743200" cy="1828800"/>
        </p:xfrm>
        <a:graphic>
          <a:graphicData uri="http://schemas.openxmlformats.org/presentationml/2006/ole">
            <p:oleObj progId="Word.Document.12" r:id="rId2" imgW="914400" imgH="609600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9144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Object Acrobat.Document.DC"/>
          <p:cNvGraphicFramePr>
            <a:graphicFrameLocks noChangeAspect="1"/>
          </p:cNvGraphicFramePr>
          <p:nvPr/>
        </p:nvGraphicFramePr>
        <p:xfrm>
          <a:off x="914400" y="914400"/>
          <a:ext cx="2743200" cy="1828800"/>
        </p:xfrm>
        <a:graphic>
          <a:graphicData uri="http://schemas.openxmlformats.org/presentationml/2006/ole">
            <p:oleObj progId="Acrobat.Document.DC" r:id="rId2" imgW="914400" imgH="609600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9144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Object Visio.Drawing.15"/>
          <p:cNvGraphicFramePr>
            <a:graphicFrameLocks noChangeAspect="1"/>
          </p:cNvGraphicFramePr>
          <p:nvPr/>
        </p:nvGraphicFramePr>
        <p:xfrm>
          <a:off x="914400" y="914400"/>
          <a:ext cx="2743200" cy="1828800"/>
        </p:xfrm>
        <a:graphic>
          <a:graphicData uri="http://schemas.openxmlformats.org/presentationml/2006/ole">
            <p:oleObj progId="Visio.Drawing.15" r:id="rId2" imgW="914400" imgH="609600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9144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