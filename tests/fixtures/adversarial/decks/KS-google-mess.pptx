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https://www.youtube.com/watch?v=sampleVideo3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events@sample.org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1;p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overview 🚜</a:t>
            </a:r>
          </a:p>
        </p:txBody>
      </p:sp>
      <p:sp>
        <p:nvSpPr>
          <p:cNvPr id="3" name="Google Shape;52;p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Click to add text</a:t>
            </a:r>
          </a:p>
        </p:txBody>
      </p:sp>
      <p:sp>
        <p:nvSpPr>
          <p:cNvPr id="4" name="Google Shape;53;p1"/>
          <p:cNvSpPr txBox="1"/>
          <p:nvPr/>
        </p:nvSpPr>
        <p:spPr>
          <a:xfrm>
            <a:off x="-365760" y="4206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Source Sans Pro"/>
              </a:rPr>
              <a:t>Pinned left label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oogle Shape;51;p2"/>
          <p:cNvGrpSpPr/>
          <p:nvPr/>
        </p:nvGrpSpPr>
        <p:grpSpPr>
          <a:xfrm>
            <a:off x="-731520" y="0"/>
            <a:ext cx="2743200" cy="548640"/>
            <a:chOff x="0" y="0"/>
            <a:chExt cx="2743200" cy="548640"/>
          </a:xfrm>
        </p:grpSpPr>
        <p:sp>
          <p:nvSpPr>
            <p:cNvPr id="3" name="TextBox 2"/>
            <p:cNvSpPr txBox="1"/>
            <p:nvPr/>
          </p:nvSpPr>
          <p:spPr>
            <a:xfrm>
              <a:off x="0" y="0"/>
              <a:ext cx="274320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/>
                <a:t>Grouped and off</a:t>
              </a:r>
            </a:p>
          </p:txBody>
        </p:sp>
      </p:grpSp>
      <p:sp>
        <p:nvSpPr>
          <p:cNvPr id="4" name="Google Shape;52;p2"/>
          <p:cNvSpPr txBox="1"/>
          <p:nvPr/>
        </p:nvSpPr>
        <p:spPr>
          <a:xfrm rot="5400000">
            <a:off x="7772400" y="914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Side</a:t>
            </a:r>
          </a:p>
        </p:txBody>
      </p:sp>
      <p:sp>
        <p:nvSpPr>
          <p:cNvPr id="5" name="Google Shape;53;p2"/>
          <p:cNvSpPr txBox="1"/>
          <p:nvPr/>
        </p:nvSpPr>
        <p:spPr>
          <a:xfrm>
            <a:off x="91440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hlinkClick r:id="rId2"/>
              </a:rPr>
              <a:t>Email us</a:t>
            </a:r>
          </a:p>
        </p:txBody>
      </p:sp>
      <p:sp>
        <p:nvSpPr>
          <p:cNvPr id="6" name="Google Shape;54;p2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Footage: https://drive.google.com/file/d/1SAMPLE2/view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oxima Nov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oxima Nov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