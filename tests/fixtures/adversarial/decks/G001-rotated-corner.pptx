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1800000">
            <a:off x="96012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SALE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