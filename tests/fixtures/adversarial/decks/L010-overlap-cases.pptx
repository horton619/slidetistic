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 xmlns:mc="http://schemas.openxmlformats.org/markup-compatibility/2006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First 10            School Hub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18288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Elementary</a:t>
            </a:r>
          </a:p>
        </p:txBody>
      </p:sp>
      <p:sp>
        <p:nvSpPr>
          <p:cNvPr id="4" name="Google Shape;53;p1"/>
          <p:cNvSpPr txBox="1"/>
          <p:nvPr/>
        </p:nvSpPr>
        <p:spPr>
          <a:xfrm>
            <a:off x="54864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Riverton</a:t>
            </a:r>
          </a:p>
        </p:txBody>
      </p:sp>
      <p:sp>
        <p:nvSpPr>
          <p:cNvPr id="5" name="Google Shape;54;p1"/>
          <p:cNvSpPr txBox="1"/>
          <p:nvPr/>
        </p:nvSpPr>
        <p:spPr>
          <a:xfrm>
            <a:off x="562356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Lakeside</a:t>
            </a:r>
          </a:p>
        </p:txBody>
      </p:sp>
      <p:sp>
        <p:nvSpPr>
          <p:cNvPr id="6" name="Google Shape;55;p1"/>
          <p:cNvSpPr txBox="1"/>
          <p:nvPr/>
        </p:nvSpPr>
        <p:spPr>
          <a:xfrm>
            <a:off x="5760720" y="14264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Hill City</a:t>
            </a:r>
          </a:p>
        </p:txBody>
      </p:sp>
      <p:sp>
        <p:nvSpPr>
          <p:cNvPr id="7" name="Google Shape;56;p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Year 2019</a:t>
            </a:r>
          </a:p>
        </p:txBody>
      </p:sp>
      <p:sp>
        <p:nvSpPr>
          <p:cNvPr id="8" name="Google Shape;57;p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Year 2020</a:t>
            </a:r>
          </a:p>
        </p:txBody>
      </p:sp>
      <p:sp>
        <p:nvSpPr>
          <p:cNvPr id="102" name="Google Shape;58;p1"/>
          <p:cNvSpPr txBox="1"/>
          <p:nvPr/>
        </p:nvSpPr>
        <p:spPr>
          <a:xfrm>
            <a:off x="365760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Sample Presenter, Sample Org</a:t>
            </a:r>
          </a:p>
        </p:txBody>
      </p:sp>
      <p:sp>
        <p:nvSpPr>
          <p:cNvPr id="103" name="Google Shape;59;p1"/>
          <p:cNvSpPr txBox="1"/>
          <p:nvPr/>
        </p:nvSpPr>
        <p:spPr>
          <a:xfrm>
            <a:off x="3657600" y="3703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Previous Presenter Name</a:t>
            </a:r>
          </a:p>
        </p:txBody>
      </p:sp>
    </p:spTree>
  </p:cSld>
  <p:clrMapOvr>
    <a:masterClrMapping/>
  </p:clrMapOvr>
  <p:timing xmlns:p14="http://schemas.microsoft.com/office/powerpoint/2010/main" xmlns:mc="http://schemas.openxmlformats.org/markup-compatibility/2006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