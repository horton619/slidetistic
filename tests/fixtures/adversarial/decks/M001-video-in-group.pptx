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Group 2"/>
          <p:cNvGrpSpPr/>
          <p:nvPr/>
        </p:nvGrpSpPr>
        <p:grpSpPr>
          <a:xfrm>
            <a:off x="914400" y="914400"/>
            <a:ext cx="5486400" cy="3840480"/>
            <a:chOff x="914400" y="914400"/>
            <a:chExt cx="5486400" cy="384048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4206240"/>
              <a:ext cx="54864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/>
                <a:t>Clip: sample barn tour</a:t>
              </a:r>
            </a:p>
          </p:txBody>
        </p:sp>
        <p:pic>
          <p:nvPicPr>
            <p:cNvPr id="2" name="movie.mp4">
              <a:hlinkClick r:id="" action="ppaction://media"/>
            </p:cNvPr>
            <p:cNvPicPr>
              <a:picLocks noChangeAspect="1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2"/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914400" y="914400"/>
              <a:ext cx="5486400" cy="31089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