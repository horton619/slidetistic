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914400"/>
            <a:ext cx="5486400" cy="3108960"/>
          </a:xfrm>
          <a:prstGeom prst="rect">
            <a:avLst/>
          </a:prstGeom>
        </p:spPr>
      </p:pic>
      <p:pic>
        <p:nvPicPr>
          <p:cNvPr id="3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792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0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