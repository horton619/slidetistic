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file:///C:/Users/sample/Pictures/logo.png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\\fileserver\share\photos\venue.jp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/Users/sample/Desktop/map.p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file:///C:/Users/sample/Budget.xlsx" TargetMode="Externa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inked picture" descr="image.png"/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9144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inked picture" descr="image.png"/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9144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inked picture" descr="image.png"/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9144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p14="http://schemas.microsoft.com/office/powerpoint/2010/main" xmlns:mc="http://schemas.openxmlformats.org/markup-compatibility/2006">
        <p:nvGraphicFramePr>
          <p:cNvPr id="2" name="Linked chart"/>
          <p:cNvGraphicFramePr>
            <a:graphicFrameLocks noChangeAspect="1"/>
          </p:cNvGraphicFramePr>
          <p:nvPr/>
        </p:nvGraphicFramePr>
        <p:xfrm>
          <a:off x="914400" y="914400"/>
          <a:ext cx="2743200" cy="1828800"/>
        </p:xfrm>
        <a:graphic>
          <a:graphicData uri="http://schemas.openxmlformats.org/presentationml/2006/ole">
            <p:oleObj progId="Excel.Sheet.12" r:id="rId2" imgW="914400" imgH="609600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" y="914400"/>
                    <a:ext cx="2743200" cy="1828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