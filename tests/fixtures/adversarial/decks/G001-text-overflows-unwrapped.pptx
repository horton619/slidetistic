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4572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/>
              <a:t>This sentence keeps going far past the edge of its own small box and off the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