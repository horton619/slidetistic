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https://youtu.be/sampleVid22 here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5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0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0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4788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076325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8"/>
            <a:ext cx="2057400" cy="4388644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8"/>
            <a:ext cx="6019800" cy="4388644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0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2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2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2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youtube.com/@sampleChanne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51;p1"/>
          <p:cNvSpPr txBox="1"/>
          <p:nvPr/>
        </p:nvSpPr>
        <p:spPr>
          <a:xfrm>
            <a:off x="914400" y="9144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/>
              <a:t>Our story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51;p2"/>
          <p:cNvSpPr txBox="1"/>
          <p:nvPr/>
        </p:nvSpPr>
        <p:spPr>
          <a:xfrm>
            <a:off x="457200" y="9144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/>
              <a:t>Footage: https://drive.google.com/file/d/1SAMPLEFILEID/view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51;p3"/>
          <p:cNvSpPr txBox="1"/>
          <p:nvPr/>
        </p:nvSpPr>
        <p:spPr>
          <a:xfrm>
            <a:off x="914400" y="9144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hlinkClick r:id="rId2"/>
              </a:rPr>
              <a:t>Follow our channel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/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/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Sample Presenter</dc:creator>
  <cp:keywords/>
  <dc:description>generated using python-pptx</dc:description>
  <cp:lastModifiedBy>Sample Presenter</cp:lastModifiedBy>
  <cp:revision>1</cp:revision>
  <dcterms:created xsi:type="dcterms:W3CDTF">2013-01-27T09:14:16Z</dcterms:created>
  <dcterms:modified xsi:type="dcterms:W3CDTF">2013-01-27T09:15:58Z</dcterms:modified>
  <cp:category/>
</cp:coreProperties>
</file>