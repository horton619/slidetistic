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https://youtu.be/sampleVid22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sampleChanne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Our 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Footage: https://drive.google.com/file/d/1SAMPLEFILEID/view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3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hlinkClick r:id="rId2"/>
              </a:rPr>
              <a:t>Follow our channel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