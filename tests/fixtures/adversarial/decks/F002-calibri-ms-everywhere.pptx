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Members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310</c:v>
                </c:pt>
                <c:pt idx="1">
                  <c:v>340</c:v>
                </c:pt>
                <c:pt idx="2">
                  <c:v>381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Calibri (MS)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Calibri (MS)"/>
              </a:rPr>
              <a:t>Layout prompt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0"/>
            <a:ext cx="15544800" cy="204311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2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302670"/>
            <a:ext cx="8080376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262312"/>
            <a:ext cx="8080376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0" y="2302670"/>
            <a:ext cx="8083550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0" y="3262312"/>
            <a:ext cx="8083550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9575"/>
            <a:ext cx="6016626" cy="174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409575"/>
            <a:ext cx="10223500" cy="877967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152650"/>
            <a:ext cx="6016626" cy="70365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7200900"/>
            <a:ext cx="10972800" cy="8501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919162"/>
            <a:ext cx="10972800" cy="6172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8051007"/>
            <a:ext cx="10972800" cy="120729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7"/>
            <a:ext cx="4114800" cy="87772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7"/>
            <a:ext cx="12039600" cy="87772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00300"/>
            <a:ext cx="16459200" cy="6788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Calibri (MS)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Membership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 12% on last year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54864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914400">
                <a:tc>
                  <a:txBody>
                    <a:bodyPr/>
                    <a:lstStyle/>
                    <a:p>
                      <a:r>
                        <a:rPr>
                          <a:latin typeface="Calibri (MS)"/>
                        </a:rP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Calibri (MS)"/>
                        </a:rPr>
                        <a:t>Region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>
                          <a:latin typeface="Calibri (MS)"/>
                        </a:rP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Calibri (MS)"/>
                        </a:rPr>
                        <a:t>Region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0" y="3657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8686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latin typeface="Calibri (MS)"/>
              </a:rPr>
              <a:t>Source: sample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