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8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8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2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51;p1"/>
          <p:cNvSpPr txBox="1"/>
          <p:nvPr/>
        </p:nvSpPr>
        <p:spPr>
          <a:xfrm>
            <a:off x="457200" y="457200"/>
            <a:ext cx="914400" cy="3657600"/>
          </a:xfrm>
          <a:prstGeom prst="rect">
            <a:avLst/>
          </a:prstGeom>
          <a:noFill/>
        </p:spPr>
        <p:txBody>
          <a:bodyPr wrap="square" vert="eaVert">
            <a:spAutoFit/>
          </a:bodyPr>
          <a:lstStyle/>
          <a:p>
            <a:r>
              <a:rPr sz="2800"/>
              <a:t>縦書きの見出し</a:t>
            </a:r>
          </a:p>
        </p:txBody>
      </p:sp>
      <p:sp>
        <p:nvSpPr>
          <p:cNvPr id="3" name="Google Shape;52;p1"/>
          <p:cNvSpPr txBox="1"/>
          <p:nvPr/>
        </p:nvSpPr>
        <p:spPr>
          <a:xfrm>
            <a:off x="7315200" y="457200"/>
            <a:ext cx="914400" cy="3657600"/>
          </a:xfrm>
          <a:prstGeom prst="rect">
            <a:avLst/>
          </a:prstGeom>
          <a:noFill/>
        </p:spPr>
        <p:txBody>
          <a:bodyPr wrap="square" vert="vert270">
            <a:spAutoFit/>
          </a:bodyPr>
          <a:lstStyle/>
          <a:p>
            <a:r>
              <a:rPr sz="2000"/>
              <a:t>Sideways caption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