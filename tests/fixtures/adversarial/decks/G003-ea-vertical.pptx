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8"/>
            <a:ext cx="2057400" cy="4388644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8"/>
            <a:ext cx="6019800" cy="4388644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0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2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51;p1"/>
          <p:cNvSpPr txBox="1"/>
          <p:nvPr/>
        </p:nvSpPr>
        <p:spPr>
          <a:xfrm>
            <a:off x="457200" y="457200"/>
            <a:ext cx="914400" cy="3657600"/>
          </a:xfrm>
          <a:prstGeom prst="rect">
            <a:avLst/>
          </a:prstGeom>
          <a:noFill/>
        </p:spPr>
        <p:txBody>
          <a:bodyPr wrap="square" vert="eaVert">
            <a:spAutoFit/>
          </a:bodyPr>
          <a:lstStyle/>
          <a:p>
            <a:r>
              <a:rPr sz="2800"/>
              <a:t>縦書きの見出し</a:t>
            </a:r>
          </a:p>
        </p:txBody>
      </p:sp>
      <p:sp>
        <p:nvSpPr>
          <p:cNvPr id="3" name="Google Shape;52;p1"/>
          <p:cNvSpPr txBox="1"/>
          <p:nvPr/>
        </p:nvSpPr>
        <p:spPr>
          <a:xfrm>
            <a:off x="7315200" y="457200"/>
            <a:ext cx="914400" cy="3657600"/>
          </a:xfrm>
          <a:prstGeom prst="rect">
            <a:avLst/>
          </a:prstGeom>
          <a:noFill/>
        </p:spPr>
        <p:txBody>
          <a:bodyPr wrap="square" vert="vert270">
            <a:spAutoFit/>
          </a:bodyPr>
          <a:lstStyle/>
          <a:p>
            <a:r>
              <a:rPr sz="2000"/>
              <a:t>Sideways caption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/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Sample Presenter</dc:creator>
  <cp:keywords/>
  <dc:description>generated using python-pptx</dc:description>
  <cp:lastModifiedBy>Sample Presenter</cp:lastModifiedBy>
  <cp:revision>1</cp:revision>
  <dcterms:created xsi:type="dcterms:W3CDTF">2013-01-27T09:14:16Z</dcterms:created>
  <dcterms:modified xsi:type="dcterms:W3CDTF">2013-01-27T09:15:58Z</dcterms:modified>
  <cp:category/>
</cp:coreProperties>
</file>