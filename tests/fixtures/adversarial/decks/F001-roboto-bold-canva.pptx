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embeddedFontLst>
    <p:embeddedFont>
      <p:font typeface="Roboto"/>
      <p:regular r:id="rId8"/>
    </p:embeddedFont>
    <p:embeddedFont>
      <p:font typeface="Roboto Bold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>
                <a:latin typeface="Roboto Bold"/>
              </a:rPr>
              <a:t>Field day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latin typeface="Roboto"/>
              </a:rPr>
              <a:t>Gates open at 8 a.m.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