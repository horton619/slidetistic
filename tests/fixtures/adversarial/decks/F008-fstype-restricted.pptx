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Brandon Grotesque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Brandon Grotesque"/>
              </a:rPr>
              <a:t>Sponsor thank-you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