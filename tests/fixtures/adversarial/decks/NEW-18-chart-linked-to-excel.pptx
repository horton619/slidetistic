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oleObject" Target="file:///C:/Users/sample/Documents/sale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12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  <c:autoUpdate val="1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