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embeddedFontLst>
    <p:embeddedFont>
      <p:font typeface="Lato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>
                <a:latin typeface="Lato Bold Bold"/>
              </a:rPr>
              <a:t>Keynote: soil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Lato Bold Italic"/>
              </a:rPr>
              <a:t>with a sample speaker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Lato"/>
              </a:rPr>
              <a:t>Room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