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embeddedFontLst>
    <p:embeddedFont>
      <p:font typeface="Montserrat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Montserrat Thin"/>
              </a:rPr>
              <a:t>Thin but bold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latin typeface="Montserrat Black"/>
              </a:rPr>
              <a:t>Black but not bold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Montserrat"/>
              </a:rPr>
              <a:t>Regular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