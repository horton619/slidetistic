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196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latin typeface="Calibri"/>
              </a:rPr>
              <a:t>Point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latin typeface="Calibri"/>
              </a:rPr>
              <a:t>Point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latin typeface="Calibri"/>
              </a:rPr>
              <a:t>Point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latin typeface="Calibri"/>
              </a:rPr>
              <a:t>Point 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latin typeface="Calibri"/>
              </a:rPr>
              <a:t>Summary box that disappears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</Words>
  <Application>Microsoft Macintosh PowerPoint</Application>
  <PresentationFormat>On-screen Show (4:3)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2</cp:revision>
  <dcterms:created xsi:type="dcterms:W3CDTF">2013-01-27T09:14:16Z</dcterms:created>
  <dcterms:modified xsi:type="dcterms:W3CDTF">2026-10-13T23:44:01Z</dcterms:modified>
  <cp:category/>
</cp:coreProperties>
</file>