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443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5217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27664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65408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03152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40896" y="914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1790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564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9339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113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8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0662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211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1985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9534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33087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70831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0857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632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8406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2180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955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9729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72783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1052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4827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8601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6150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9924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3699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7473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5022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8796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2571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6345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3894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7668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1443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5217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27664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265408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503152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740896" y="25603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918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67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241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8016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1790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5564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9339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23113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46888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662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4436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18211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1985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9534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33087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70831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0857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4632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8406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2180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5955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9729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3504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72783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1052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4827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8601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2376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6150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9924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3699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17473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41248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5022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8796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2571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36345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60120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83894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7668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1443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55217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789920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27664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265408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503152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740896" y="4206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44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918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692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0467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4241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8016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1790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5564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99339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3113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46888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70662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94436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8211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1985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5760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9534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33087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70831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60857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84632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08406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2180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55955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9729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272783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1052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74827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98601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22376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46150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69924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93699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17473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41248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65022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88796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12571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36345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60120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3894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07668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31443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55217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789920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1027664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265408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503152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1740896" y="5852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44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2918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6692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0467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204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4241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205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28016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206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51790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75564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208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99339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209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23113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210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46888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70662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4436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18211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41985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65760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89534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217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33087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370831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219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60857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84632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8406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32180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55955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79729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03504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226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72783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51052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228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827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229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98601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22376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46150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69924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93699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234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17473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841248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236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65022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237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88796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238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12571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239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36345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60120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241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983894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07668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243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31443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55217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789920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027664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247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1265408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248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1503152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249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1740896" y="74980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144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251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2918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6692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0467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4241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255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8016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256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51790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75564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258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9339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259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23113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6888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261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70662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262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94436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263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18211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264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41985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265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5760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266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89534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267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133087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268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370831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269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60857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84632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271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08406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272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32180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273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55955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274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79729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275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03504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276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6272783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277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51052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74827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279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98601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722376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46150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282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69924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283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793699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284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817473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285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41248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286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65022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287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88796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288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12571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289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936345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290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60120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291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83894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292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07668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293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1443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294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55217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295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789920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296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027664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297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265408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298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503152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299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1740896" y="9143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9144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301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2918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302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56692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303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0467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304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04241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305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28016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306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51790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307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75564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308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99339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309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23113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46888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311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70662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312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294436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313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18211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314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41985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315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365760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316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89534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317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4133087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318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370831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319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60857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84632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321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08406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322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32180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323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555955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324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79729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325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03504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326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6272783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327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51052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328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74827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329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698601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22376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331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746150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332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769924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333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93699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334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17473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841248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865022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888796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912571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339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936345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960120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983894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342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007668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343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031443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344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055217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345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789920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346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1027664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1265408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348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1503152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349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1740896" y="10789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350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9144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351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32918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352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56692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353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80467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354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04241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355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28016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356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51790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357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75564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358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99339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359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223113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246888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361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270662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362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94436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363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318211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364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341985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365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65760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366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389534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367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4133087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368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4370831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369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460857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370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484632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508406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372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532180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373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555955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374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579729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375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603504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376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6272783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377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651052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378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674827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379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698601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380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722376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746150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382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769924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383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93699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384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817473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385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841248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386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865022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387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88796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388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912571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389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936345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390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960120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391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983894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392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007668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393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031443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394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055217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395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0789920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396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1027664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397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1265408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398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1503152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399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1740896" y="124358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400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9144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401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32918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402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56692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403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0467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404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04241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405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28016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406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51790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407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75564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408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99339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409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223113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410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246888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411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70662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412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94436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413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18211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414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41985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415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65760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416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389534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417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4133087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418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4370831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419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460857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420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484632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421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508406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422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532180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423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555955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424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579729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425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603504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426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272783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427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651052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428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674827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429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698601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430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722376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431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46150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432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769924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433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793699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434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817473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435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841248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436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865022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437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888796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438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912571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439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936345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440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960120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441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983894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442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007668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443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031443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444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055217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445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0789920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446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1027664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447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1265408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448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1503152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449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1740896" y="140817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450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9144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451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32918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452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56692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453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80467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454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04241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455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28016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456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51790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457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75564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458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99339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459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223113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460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246888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461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270662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462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294436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463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318211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464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341985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465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365760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466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389534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467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4133087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468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4370831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469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460857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484632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508406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472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532180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473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555955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474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579729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475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603504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476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6272783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477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651052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478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674827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479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698601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480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722376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481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746150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482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769924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483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793699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484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817473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485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841248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486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865022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487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888796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488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912571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489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936345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490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60120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491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983894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492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007668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493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031443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494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055217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495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0789920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496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1027664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497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1265408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498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1503152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499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1740896" y="15727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500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9144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501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32918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502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56692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503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0467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504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04241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505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28016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506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51790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507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75564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508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199339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509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223113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510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246888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511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270662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512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294436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513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318211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514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341985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515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365760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516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389534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517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4133087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518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4370831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519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460857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520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484632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521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508406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522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532180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523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555955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524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579729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525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603504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526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6272783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527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651052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528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674827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529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98601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530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722376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531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746150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532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769924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533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793699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534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17473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535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41248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536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65022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537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88796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538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912571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539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936345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540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60120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541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83894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542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007668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543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031443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544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1055217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545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0789920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546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1027664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547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1265408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548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1503152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549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11740896" y="173736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550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144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551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32918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552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6692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553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0467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554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04241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555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28016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556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51790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557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75564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558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99339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559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223113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560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246888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561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270662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562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294436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563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318211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564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341985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565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365760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566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389534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567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4133087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568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4370831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569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460857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570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484632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571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508406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572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532180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573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555955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574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579729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575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603504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576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6272783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577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651052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578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674827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579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698601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580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722376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581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746150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582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769924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583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793699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584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817473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585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841248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586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865022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587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888796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588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912571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589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936345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590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960120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591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983894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592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1007668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593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031443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594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1055217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595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0789920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596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11027664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597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1265408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598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11503152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599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11740896" y="190195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600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144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601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32918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602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56692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603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80467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604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04241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605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28016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606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51790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607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75564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608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99339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609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223113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610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246888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611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270662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612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294436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613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318211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614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341985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615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365760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616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389534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617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4133087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618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4370831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619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460857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620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84632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621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508406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622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532180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623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555955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624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579729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625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603504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626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6272783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627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651052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628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674827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629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698601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630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722376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631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746150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632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769924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633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793699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634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17473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635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41248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636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65022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637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88796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638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912571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639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936345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640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960120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641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983894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642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1007668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643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1031443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644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1055217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645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10789920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646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11027664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647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1265408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648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11503152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649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11740896" y="20665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650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9144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651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32918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652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56692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653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80467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654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04241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655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128016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656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151790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657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75564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658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99339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659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223113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660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246888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661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270662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662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294436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663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318211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664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341985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665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365760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666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389534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667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4133087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668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4370831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669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460857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670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484632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671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508406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672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532180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673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555955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674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579729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675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603504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676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6272783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677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651052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678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674827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679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698601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680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722376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681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746150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682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769924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683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793699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684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817473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685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841248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686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65022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687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88796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688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2571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689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36345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690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60120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691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83894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692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1007668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693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1031443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694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1055217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695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10789920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696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11027664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697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11265408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698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11503152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699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11740896" y="22311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700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9144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701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32918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702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56692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703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0467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704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104241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705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128016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706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51790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707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175564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708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199339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709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223113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710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246888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711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270662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712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294436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713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318211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714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341985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715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365760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716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389534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717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4133087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718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4370831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719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460857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720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484632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721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508406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722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532180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723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555955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724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579729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725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603504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6272783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727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651052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728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674827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729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698601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730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722376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731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746150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732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769924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733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793699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734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817473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735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841248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736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865022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737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888796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738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912571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739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936345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740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960120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741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983894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742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1007668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743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1031443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744</a:t>
            </a:r>
          </a:p>
        </p:txBody>
      </p:sp>
      <p:sp>
        <p:nvSpPr>
          <p:cNvPr id="746" name="TextBox 745"/>
          <p:cNvSpPr txBox="1"/>
          <p:nvPr/>
        </p:nvSpPr>
        <p:spPr>
          <a:xfrm>
            <a:off x="1055217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745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10789920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746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1027664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747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11265408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748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11503152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749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11740896" y="239572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750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9144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751</a:t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32918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752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56692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753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80467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754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104241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755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128016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756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151790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757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175564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758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199339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759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223113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760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46888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761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70662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762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294436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318211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764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41985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765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365760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766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389534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767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4133087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768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4370831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769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460857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770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484632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771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508406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772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532180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773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555955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774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579729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775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603504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776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6272783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777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651052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778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674827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779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698601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780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722376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781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746150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782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769924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783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793699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784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17473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785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41248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786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65022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787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888796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788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912571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789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936345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790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960120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791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983894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792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1007668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793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031443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794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1055217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795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10789920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796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11027664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797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1265408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798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1503152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799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1740896" y="256032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800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9144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801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32918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802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6692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803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80467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804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4241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805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28016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806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151790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807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175564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808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199339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809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223113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810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246888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811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270662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812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294436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813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318211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814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341985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815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365760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816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389534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817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4133087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818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4370831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819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60857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820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484632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821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508406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822</a:t>
            </a:r>
          </a:p>
        </p:txBody>
      </p:sp>
      <p:sp>
        <p:nvSpPr>
          <p:cNvPr id="824" name="TextBox 823"/>
          <p:cNvSpPr txBox="1"/>
          <p:nvPr/>
        </p:nvSpPr>
        <p:spPr>
          <a:xfrm>
            <a:off x="532180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823</a:t>
            </a:r>
          </a:p>
        </p:txBody>
      </p:sp>
      <p:sp>
        <p:nvSpPr>
          <p:cNvPr id="825" name="TextBox 824"/>
          <p:cNvSpPr txBox="1"/>
          <p:nvPr/>
        </p:nvSpPr>
        <p:spPr>
          <a:xfrm>
            <a:off x="555955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824</a:t>
            </a:r>
          </a:p>
        </p:txBody>
      </p:sp>
      <p:sp>
        <p:nvSpPr>
          <p:cNvPr id="826" name="TextBox 825"/>
          <p:cNvSpPr txBox="1"/>
          <p:nvPr/>
        </p:nvSpPr>
        <p:spPr>
          <a:xfrm>
            <a:off x="579729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825</a:t>
            </a:r>
          </a:p>
        </p:txBody>
      </p:sp>
      <p:sp>
        <p:nvSpPr>
          <p:cNvPr id="827" name="TextBox 826"/>
          <p:cNvSpPr txBox="1"/>
          <p:nvPr/>
        </p:nvSpPr>
        <p:spPr>
          <a:xfrm>
            <a:off x="603504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826</a:t>
            </a:r>
          </a:p>
        </p:txBody>
      </p:sp>
      <p:sp>
        <p:nvSpPr>
          <p:cNvPr id="828" name="TextBox 827"/>
          <p:cNvSpPr txBox="1"/>
          <p:nvPr/>
        </p:nvSpPr>
        <p:spPr>
          <a:xfrm>
            <a:off x="6272783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827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651052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828</a:t>
            </a:r>
          </a:p>
        </p:txBody>
      </p:sp>
      <p:sp>
        <p:nvSpPr>
          <p:cNvPr id="830" name="TextBox 829"/>
          <p:cNvSpPr txBox="1"/>
          <p:nvPr/>
        </p:nvSpPr>
        <p:spPr>
          <a:xfrm>
            <a:off x="674827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829</a:t>
            </a:r>
          </a:p>
        </p:txBody>
      </p:sp>
      <p:sp>
        <p:nvSpPr>
          <p:cNvPr id="831" name="TextBox 830"/>
          <p:cNvSpPr txBox="1"/>
          <p:nvPr/>
        </p:nvSpPr>
        <p:spPr>
          <a:xfrm>
            <a:off x="698601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830</a:t>
            </a:r>
          </a:p>
        </p:txBody>
      </p:sp>
      <p:sp>
        <p:nvSpPr>
          <p:cNvPr id="832" name="TextBox 831"/>
          <p:cNvSpPr txBox="1"/>
          <p:nvPr/>
        </p:nvSpPr>
        <p:spPr>
          <a:xfrm>
            <a:off x="722376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831</a:t>
            </a:r>
          </a:p>
        </p:txBody>
      </p:sp>
      <p:sp>
        <p:nvSpPr>
          <p:cNvPr id="833" name="TextBox 832"/>
          <p:cNvSpPr txBox="1"/>
          <p:nvPr/>
        </p:nvSpPr>
        <p:spPr>
          <a:xfrm>
            <a:off x="746150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832</a:t>
            </a:r>
          </a:p>
        </p:txBody>
      </p:sp>
      <p:sp>
        <p:nvSpPr>
          <p:cNvPr id="834" name="TextBox 833"/>
          <p:cNvSpPr txBox="1"/>
          <p:nvPr/>
        </p:nvSpPr>
        <p:spPr>
          <a:xfrm>
            <a:off x="769924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833</a:t>
            </a:r>
          </a:p>
        </p:txBody>
      </p:sp>
      <p:sp>
        <p:nvSpPr>
          <p:cNvPr id="835" name="TextBox 834"/>
          <p:cNvSpPr txBox="1"/>
          <p:nvPr/>
        </p:nvSpPr>
        <p:spPr>
          <a:xfrm>
            <a:off x="793699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834</a:t>
            </a:r>
          </a:p>
        </p:txBody>
      </p:sp>
      <p:sp>
        <p:nvSpPr>
          <p:cNvPr id="836" name="TextBox 835"/>
          <p:cNvSpPr txBox="1"/>
          <p:nvPr/>
        </p:nvSpPr>
        <p:spPr>
          <a:xfrm>
            <a:off x="817473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835</a:t>
            </a:r>
          </a:p>
        </p:txBody>
      </p:sp>
      <p:sp>
        <p:nvSpPr>
          <p:cNvPr id="837" name="TextBox 836"/>
          <p:cNvSpPr txBox="1"/>
          <p:nvPr/>
        </p:nvSpPr>
        <p:spPr>
          <a:xfrm>
            <a:off x="841248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836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865022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837</a:t>
            </a:r>
          </a:p>
        </p:txBody>
      </p:sp>
      <p:sp>
        <p:nvSpPr>
          <p:cNvPr id="839" name="TextBox 838"/>
          <p:cNvSpPr txBox="1"/>
          <p:nvPr/>
        </p:nvSpPr>
        <p:spPr>
          <a:xfrm>
            <a:off x="888796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838</a:t>
            </a:r>
          </a:p>
        </p:txBody>
      </p:sp>
      <p:sp>
        <p:nvSpPr>
          <p:cNvPr id="840" name="TextBox 839"/>
          <p:cNvSpPr txBox="1"/>
          <p:nvPr/>
        </p:nvSpPr>
        <p:spPr>
          <a:xfrm>
            <a:off x="912571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839</a:t>
            </a:r>
          </a:p>
        </p:txBody>
      </p:sp>
      <p:sp>
        <p:nvSpPr>
          <p:cNvPr id="841" name="TextBox 840"/>
          <p:cNvSpPr txBox="1"/>
          <p:nvPr/>
        </p:nvSpPr>
        <p:spPr>
          <a:xfrm>
            <a:off x="936345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840</a:t>
            </a:r>
          </a:p>
        </p:txBody>
      </p:sp>
      <p:sp>
        <p:nvSpPr>
          <p:cNvPr id="842" name="TextBox 841"/>
          <p:cNvSpPr txBox="1"/>
          <p:nvPr/>
        </p:nvSpPr>
        <p:spPr>
          <a:xfrm>
            <a:off x="960120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841</a:t>
            </a:r>
          </a:p>
        </p:txBody>
      </p:sp>
      <p:sp>
        <p:nvSpPr>
          <p:cNvPr id="843" name="TextBox 842"/>
          <p:cNvSpPr txBox="1"/>
          <p:nvPr/>
        </p:nvSpPr>
        <p:spPr>
          <a:xfrm>
            <a:off x="983894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842</a:t>
            </a:r>
          </a:p>
        </p:txBody>
      </p:sp>
      <p:sp>
        <p:nvSpPr>
          <p:cNvPr id="844" name="TextBox 843"/>
          <p:cNvSpPr txBox="1"/>
          <p:nvPr/>
        </p:nvSpPr>
        <p:spPr>
          <a:xfrm>
            <a:off x="1007668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843</a:t>
            </a:r>
          </a:p>
        </p:txBody>
      </p:sp>
      <p:sp>
        <p:nvSpPr>
          <p:cNvPr id="845" name="TextBox 844"/>
          <p:cNvSpPr txBox="1"/>
          <p:nvPr/>
        </p:nvSpPr>
        <p:spPr>
          <a:xfrm>
            <a:off x="1031443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844</a:t>
            </a:r>
          </a:p>
        </p:txBody>
      </p:sp>
      <p:sp>
        <p:nvSpPr>
          <p:cNvPr id="846" name="TextBox 845"/>
          <p:cNvSpPr txBox="1"/>
          <p:nvPr/>
        </p:nvSpPr>
        <p:spPr>
          <a:xfrm>
            <a:off x="1055217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845</a:t>
            </a:r>
          </a:p>
        </p:txBody>
      </p:sp>
      <p:sp>
        <p:nvSpPr>
          <p:cNvPr id="847" name="TextBox 846"/>
          <p:cNvSpPr txBox="1"/>
          <p:nvPr/>
        </p:nvSpPr>
        <p:spPr>
          <a:xfrm>
            <a:off x="10789920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846</a:t>
            </a:r>
          </a:p>
        </p:txBody>
      </p:sp>
      <p:sp>
        <p:nvSpPr>
          <p:cNvPr id="848" name="TextBox 847"/>
          <p:cNvSpPr txBox="1"/>
          <p:nvPr/>
        </p:nvSpPr>
        <p:spPr>
          <a:xfrm>
            <a:off x="11027664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847</a:t>
            </a:r>
          </a:p>
        </p:txBody>
      </p:sp>
      <p:sp>
        <p:nvSpPr>
          <p:cNvPr id="849" name="TextBox 848"/>
          <p:cNvSpPr txBox="1"/>
          <p:nvPr/>
        </p:nvSpPr>
        <p:spPr>
          <a:xfrm>
            <a:off x="11265408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848</a:t>
            </a:r>
          </a:p>
        </p:txBody>
      </p:sp>
      <p:sp>
        <p:nvSpPr>
          <p:cNvPr id="850" name="TextBox 849"/>
          <p:cNvSpPr txBox="1"/>
          <p:nvPr/>
        </p:nvSpPr>
        <p:spPr>
          <a:xfrm>
            <a:off x="11503152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849</a:t>
            </a:r>
          </a:p>
        </p:txBody>
      </p:sp>
      <p:sp>
        <p:nvSpPr>
          <p:cNvPr id="851" name="TextBox 850"/>
          <p:cNvSpPr txBox="1"/>
          <p:nvPr/>
        </p:nvSpPr>
        <p:spPr>
          <a:xfrm>
            <a:off x="11740896" y="272491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850</a:t>
            </a:r>
          </a:p>
        </p:txBody>
      </p:sp>
      <p:sp>
        <p:nvSpPr>
          <p:cNvPr id="852" name="TextBox 851"/>
          <p:cNvSpPr txBox="1"/>
          <p:nvPr/>
        </p:nvSpPr>
        <p:spPr>
          <a:xfrm>
            <a:off x="9144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851</a:t>
            </a:r>
          </a:p>
        </p:txBody>
      </p:sp>
      <p:sp>
        <p:nvSpPr>
          <p:cNvPr id="853" name="TextBox 852"/>
          <p:cNvSpPr txBox="1"/>
          <p:nvPr/>
        </p:nvSpPr>
        <p:spPr>
          <a:xfrm>
            <a:off x="32918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852</a:t>
            </a:r>
          </a:p>
        </p:txBody>
      </p:sp>
      <p:sp>
        <p:nvSpPr>
          <p:cNvPr id="854" name="TextBox 853"/>
          <p:cNvSpPr txBox="1"/>
          <p:nvPr/>
        </p:nvSpPr>
        <p:spPr>
          <a:xfrm>
            <a:off x="56692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853</a:t>
            </a:r>
          </a:p>
        </p:txBody>
      </p:sp>
      <p:sp>
        <p:nvSpPr>
          <p:cNvPr id="855" name="TextBox 854"/>
          <p:cNvSpPr txBox="1"/>
          <p:nvPr/>
        </p:nvSpPr>
        <p:spPr>
          <a:xfrm>
            <a:off x="80467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854</a:t>
            </a:r>
          </a:p>
        </p:txBody>
      </p:sp>
      <p:sp>
        <p:nvSpPr>
          <p:cNvPr id="856" name="TextBox 855"/>
          <p:cNvSpPr txBox="1"/>
          <p:nvPr/>
        </p:nvSpPr>
        <p:spPr>
          <a:xfrm>
            <a:off x="104241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855</a:t>
            </a:r>
          </a:p>
        </p:txBody>
      </p:sp>
      <p:sp>
        <p:nvSpPr>
          <p:cNvPr id="857" name="TextBox 856"/>
          <p:cNvSpPr txBox="1"/>
          <p:nvPr/>
        </p:nvSpPr>
        <p:spPr>
          <a:xfrm>
            <a:off x="128016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856</a:t>
            </a:r>
          </a:p>
        </p:txBody>
      </p:sp>
      <p:sp>
        <p:nvSpPr>
          <p:cNvPr id="858" name="TextBox 857"/>
          <p:cNvSpPr txBox="1"/>
          <p:nvPr/>
        </p:nvSpPr>
        <p:spPr>
          <a:xfrm>
            <a:off x="151790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857</a:t>
            </a:r>
          </a:p>
        </p:txBody>
      </p:sp>
      <p:sp>
        <p:nvSpPr>
          <p:cNvPr id="859" name="TextBox 858"/>
          <p:cNvSpPr txBox="1"/>
          <p:nvPr/>
        </p:nvSpPr>
        <p:spPr>
          <a:xfrm>
            <a:off x="175564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858</a:t>
            </a:r>
          </a:p>
        </p:txBody>
      </p:sp>
      <p:sp>
        <p:nvSpPr>
          <p:cNvPr id="860" name="TextBox 859"/>
          <p:cNvSpPr txBox="1"/>
          <p:nvPr/>
        </p:nvSpPr>
        <p:spPr>
          <a:xfrm>
            <a:off x="199339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859</a:t>
            </a:r>
          </a:p>
        </p:txBody>
      </p:sp>
      <p:sp>
        <p:nvSpPr>
          <p:cNvPr id="861" name="TextBox 860"/>
          <p:cNvSpPr txBox="1"/>
          <p:nvPr/>
        </p:nvSpPr>
        <p:spPr>
          <a:xfrm>
            <a:off x="223113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860</a:t>
            </a:r>
          </a:p>
        </p:txBody>
      </p:sp>
      <p:sp>
        <p:nvSpPr>
          <p:cNvPr id="862" name="TextBox 861"/>
          <p:cNvSpPr txBox="1"/>
          <p:nvPr/>
        </p:nvSpPr>
        <p:spPr>
          <a:xfrm>
            <a:off x="246888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861</a:t>
            </a:r>
          </a:p>
        </p:txBody>
      </p:sp>
      <p:sp>
        <p:nvSpPr>
          <p:cNvPr id="863" name="TextBox 862"/>
          <p:cNvSpPr txBox="1"/>
          <p:nvPr/>
        </p:nvSpPr>
        <p:spPr>
          <a:xfrm>
            <a:off x="270662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862</a:t>
            </a:r>
          </a:p>
        </p:txBody>
      </p:sp>
      <p:sp>
        <p:nvSpPr>
          <p:cNvPr id="864" name="TextBox 863"/>
          <p:cNvSpPr txBox="1"/>
          <p:nvPr/>
        </p:nvSpPr>
        <p:spPr>
          <a:xfrm>
            <a:off x="294436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863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318211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864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341985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865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365760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866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389534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867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4133087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868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4370831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869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460857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870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484632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871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508406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872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532180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873</a:t>
            </a:r>
          </a:p>
        </p:txBody>
      </p:sp>
      <p:sp>
        <p:nvSpPr>
          <p:cNvPr id="875" name="TextBox 874"/>
          <p:cNvSpPr txBox="1"/>
          <p:nvPr/>
        </p:nvSpPr>
        <p:spPr>
          <a:xfrm>
            <a:off x="555955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874</a:t>
            </a:r>
          </a:p>
        </p:txBody>
      </p:sp>
      <p:sp>
        <p:nvSpPr>
          <p:cNvPr id="876" name="TextBox 875"/>
          <p:cNvSpPr txBox="1"/>
          <p:nvPr/>
        </p:nvSpPr>
        <p:spPr>
          <a:xfrm>
            <a:off x="579729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875</a:t>
            </a:r>
          </a:p>
        </p:txBody>
      </p:sp>
      <p:sp>
        <p:nvSpPr>
          <p:cNvPr id="877" name="TextBox 876"/>
          <p:cNvSpPr txBox="1"/>
          <p:nvPr/>
        </p:nvSpPr>
        <p:spPr>
          <a:xfrm>
            <a:off x="603504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876</a:t>
            </a:r>
          </a:p>
        </p:txBody>
      </p:sp>
      <p:sp>
        <p:nvSpPr>
          <p:cNvPr id="878" name="TextBox 877"/>
          <p:cNvSpPr txBox="1"/>
          <p:nvPr/>
        </p:nvSpPr>
        <p:spPr>
          <a:xfrm>
            <a:off x="6272783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877</a:t>
            </a:r>
          </a:p>
        </p:txBody>
      </p:sp>
      <p:sp>
        <p:nvSpPr>
          <p:cNvPr id="879" name="TextBox 878"/>
          <p:cNvSpPr txBox="1"/>
          <p:nvPr/>
        </p:nvSpPr>
        <p:spPr>
          <a:xfrm>
            <a:off x="651052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878</a:t>
            </a:r>
          </a:p>
        </p:txBody>
      </p:sp>
      <p:sp>
        <p:nvSpPr>
          <p:cNvPr id="880" name="TextBox 879"/>
          <p:cNvSpPr txBox="1"/>
          <p:nvPr/>
        </p:nvSpPr>
        <p:spPr>
          <a:xfrm>
            <a:off x="674827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879</a:t>
            </a:r>
          </a:p>
        </p:txBody>
      </p:sp>
      <p:sp>
        <p:nvSpPr>
          <p:cNvPr id="881" name="TextBox 880"/>
          <p:cNvSpPr txBox="1"/>
          <p:nvPr/>
        </p:nvSpPr>
        <p:spPr>
          <a:xfrm>
            <a:off x="698601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880</a:t>
            </a:r>
          </a:p>
        </p:txBody>
      </p:sp>
      <p:sp>
        <p:nvSpPr>
          <p:cNvPr id="882" name="TextBox 881"/>
          <p:cNvSpPr txBox="1"/>
          <p:nvPr/>
        </p:nvSpPr>
        <p:spPr>
          <a:xfrm>
            <a:off x="722376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881</a:t>
            </a:r>
          </a:p>
        </p:txBody>
      </p:sp>
      <p:sp>
        <p:nvSpPr>
          <p:cNvPr id="883" name="TextBox 882"/>
          <p:cNvSpPr txBox="1"/>
          <p:nvPr/>
        </p:nvSpPr>
        <p:spPr>
          <a:xfrm>
            <a:off x="746150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882</a:t>
            </a:r>
          </a:p>
        </p:txBody>
      </p:sp>
      <p:sp>
        <p:nvSpPr>
          <p:cNvPr id="884" name="TextBox 883"/>
          <p:cNvSpPr txBox="1"/>
          <p:nvPr/>
        </p:nvSpPr>
        <p:spPr>
          <a:xfrm>
            <a:off x="769924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883</a:t>
            </a:r>
          </a:p>
        </p:txBody>
      </p:sp>
      <p:sp>
        <p:nvSpPr>
          <p:cNvPr id="885" name="TextBox 884"/>
          <p:cNvSpPr txBox="1"/>
          <p:nvPr/>
        </p:nvSpPr>
        <p:spPr>
          <a:xfrm>
            <a:off x="793699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884</a:t>
            </a:r>
          </a:p>
        </p:txBody>
      </p:sp>
      <p:sp>
        <p:nvSpPr>
          <p:cNvPr id="886" name="TextBox 885"/>
          <p:cNvSpPr txBox="1"/>
          <p:nvPr/>
        </p:nvSpPr>
        <p:spPr>
          <a:xfrm>
            <a:off x="817473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885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841248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886</a:t>
            </a:r>
          </a:p>
        </p:txBody>
      </p:sp>
      <p:sp>
        <p:nvSpPr>
          <p:cNvPr id="888" name="TextBox 887"/>
          <p:cNvSpPr txBox="1"/>
          <p:nvPr/>
        </p:nvSpPr>
        <p:spPr>
          <a:xfrm>
            <a:off x="865022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887</a:t>
            </a:r>
          </a:p>
        </p:txBody>
      </p:sp>
      <p:sp>
        <p:nvSpPr>
          <p:cNvPr id="889" name="TextBox 888"/>
          <p:cNvSpPr txBox="1"/>
          <p:nvPr/>
        </p:nvSpPr>
        <p:spPr>
          <a:xfrm>
            <a:off x="888796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888</a:t>
            </a:r>
          </a:p>
        </p:txBody>
      </p:sp>
      <p:sp>
        <p:nvSpPr>
          <p:cNvPr id="890" name="TextBox 889"/>
          <p:cNvSpPr txBox="1"/>
          <p:nvPr/>
        </p:nvSpPr>
        <p:spPr>
          <a:xfrm>
            <a:off x="912571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889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936345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890</a:t>
            </a:r>
          </a:p>
        </p:txBody>
      </p:sp>
      <p:sp>
        <p:nvSpPr>
          <p:cNvPr id="892" name="TextBox 891"/>
          <p:cNvSpPr txBox="1"/>
          <p:nvPr/>
        </p:nvSpPr>
        <p:spPr>
          <a:xfrm>
            <a:off x="960120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891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983894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892</a:t>
            </a:r>
          </a:p>
        </p:txBody>
      </p:sp>
      <p:sp>
        <p:nvSpPr>
          <p:cNvPr id="894" name="TextBox 893"/>
          <p:cNvSpPr txBox="1"/>
          <p:nvPr/>
        </p:nvSpPr>
        <p:spPr>
          <a:xfrm>
            <a:off x="1007668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893</a:t>
            </a:r>
          </a:p>
        </p:txBody>
      </p:sp>
      <p:sp>
        <p:nvSpPr>
          <p:cNvPr id="895" name="TextBox 894"/>
          <p:cNvSpPr txBox="1"/>
          <p:nvPr/>
        </p:nvSpPr>
        <p:spPr>
          <a:xfrm>
            <a:off x="1031443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894</a:t>
            </a:r>
          </a:p>
        </p:txBody>
      </p:sp>
      <p:sp>
        <p:nvSpPr>
          <p:cNvPr id="896" name="TextBox 895"/>
          <p:cNvSpPr txBox="1"/>
          <p:nvPr/>
        </p:nvSpPr>
        <p:spPr>
          <a:xfrm>
            <a:off x="1055217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895</a:t>
            </a:r>
          </a:p>
        </p:txBody>
      </p:sp>
      <p:sp>
        <p:nvSpPr>
          <p:cNvPr id="897" name="TextBox 896"/>
          <p:cNvSpPr txBox="1"/>
          <p:nvPr/>
        </p:nvSpPr>
        <p:spPr>
          <a:xfrm>
            <a:off x="10789920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896</a:t>
            </a:r>
          </a:p>
        </p:txBody>
      </p:sp>
      <p:sp>
        <p:nvSpPr>
          <p:cNvPr id="898" name="TextBox 897"/>
          <p:cNvSpPr txBox="1"/>
          <p:nvPr/>
        </p:nvSpPr>
        <p:spPr>
          <a:xfrm>
            <a:off x="11027664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897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11265408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898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11503152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899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11740896" y="288950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900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9144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901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32918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902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56692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903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0467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904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104241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905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28016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906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151790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907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75564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908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99339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909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223113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910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46888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911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70662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912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294436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913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18211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341985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365760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916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389534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917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4133087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918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4370831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919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460857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920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484632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921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508406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922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32180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923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555955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924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579729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03504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926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272783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927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51052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928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674827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929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98601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930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722376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931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746150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769924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933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793699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934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17473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935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841248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936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865022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937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888796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938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912571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939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936345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940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960120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941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983894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942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1007668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943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1031443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944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1055217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945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10789920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946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11027664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947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11265408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948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11503152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949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11740896" y="305409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950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9144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951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32918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952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56692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953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80467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954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104241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955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128016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956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151790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957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175564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958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199339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959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223113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960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246888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961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270662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962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294436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963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318211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964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341985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965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365760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966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389534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967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4133087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968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4370831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969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460857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970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484632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971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508406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972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532180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973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55955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974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579729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03504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976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6272783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977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651052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978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674827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979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698601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980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722376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981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746150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982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69924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983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793699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984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817473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985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841248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986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865022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987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888796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988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912571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989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936345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990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960120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991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983894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992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1007668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993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1031443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994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1055217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995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10789920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996</a:t>
            </a:r>
          </a:p>
        </p:txBody>
      </p:sp>
      <p:sp>
        <p:nvSpPr>
          <p:cNvPr id="998" name="TextBox 997"/>
          <p:cNvSpPr txBox="1"/>
          <p:nvPr/>
        </p:nvSpPr>
        <p:spPr>
          <a:xfrm>
            <a:off x="11027664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997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11265408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998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11503152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999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11740896" y="321868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1000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9144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1001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2918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1002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56692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1003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80467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1004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04241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1005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128016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1006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51790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1007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175564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1008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199339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1009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223113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1010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246888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1011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270662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1012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294436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1013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318211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1014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341985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1015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365760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1016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389534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1017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4133087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1018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4370831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1019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460857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1020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484632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1021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508406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1022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532180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1023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555955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1024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579729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1025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03504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1026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6272783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1027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651052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1028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674827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1029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698601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1030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722376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1031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746150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1032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769924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1033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793699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1034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817473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1035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841248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1036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865022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1037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888796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1038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912571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1039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936345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1040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60120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1041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983894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1042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1007668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1043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1031443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1044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1055217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1045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10789920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1046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11027664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1047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11265408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1048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11503152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1049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11740896" y="338327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1050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9144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1051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32918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1052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56692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1053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80467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1054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104241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1055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128016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1056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151790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1057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175564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1058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199339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1059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223113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1060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246888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1061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270662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1062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294436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1063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318211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1064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341985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1065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365760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1066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389534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1067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4133087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1068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4370831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1069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460857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1070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484632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1071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508406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1072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532180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1073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555955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1074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579729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1075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603504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1076</a:t>
            </a:r>
          </a:p>
        </p:txBody>
      </p:sp>
      <p:sp>
        <p:nvSpPr>
          <p:cNvPr id="1078" name="TextBox 1077"/>
          <p:cNvSpPr txBox="1"/>
          <p:nvPr/>
        </p:nvSpPr>
        <p:spPr>
          <a:xfrm>
            <a:off x="6272783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1077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651052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1078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674827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1079</a:t>
            </a:r>
          </a:p>
        </p:txBody>
      </p:sp>
      <p:sp>
        <p:nvSpPr>
          <p:cNvPr id="1081" name="TextBox 1080"/>
          <p:cNvSpPr txBox="1"/>
          <p:nvPr/>
        </p:nvSpPr>
        <p:spPr>
          <a:xfrm>
            <a:off x="698601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1080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722376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1081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746150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1082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769924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1083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793699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1084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817473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1085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841248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1086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865022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1087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888796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1088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912571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1089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936345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1090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960120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1091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983894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1092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1007668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1093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1031443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1094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1055217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1095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10789920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1096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11027664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1097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11265408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1098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11503152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1099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11740896" y="354787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1100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9144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1101</a:t>
            </a:r>
          </a:p>
        </p:txBody>
      </p:sp>
      <p:sp>
        <p:nvSpPr>
          <p:cNvPr id="1103" name="TextBox 1102"/>
          <p:cNvSpPr txBox="1"/>
          <p:nvPr/>
        </p:nvSpPr>
        <p:spPr>
          <a:xfrm>
            <a:off x="32918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1102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56692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1103</a:t>
            </a:r>
          </a:p>
        </p:txBody>
      </p:sp>
      <p:sp>
        <p:nvSpPr>
          <p:cNvPr id="1105" name="TextBox 1104"/>
          <p:cNvSpPr txBox="1"/>
          <p:nvPr/>
        </p:nvSpPr>
        <p:spPr>
          <a:xfrm>
            <a:off x="80467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1104</a:t>
            </a:r>
          </a:p>
        </p:txBody>
      </p:sp>
      <p:sp>
        <p:nvSpPr>
          <p:cNvPr id="1106" name="TextBox 1105"/>
          <p:cNvSpPr txBox="1"/>
          <p:nvPr/>
        </p:nvSpPr>
        <p:spPr>
          <a:xfrm>
            <a:off x="104241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1105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128016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1106</a:t>
            </a:r>
          </a:p>
        </p:txBody>
      </p:sp>
      <p:sp>
        <p:nvSpPr>
          <p:cNvPr id="1108" name="TextBox 1107"/>
          <p:cNvSpPr txBox="1"/>
          <p:nvPr/>
        </p:nvSpPr>
        <p:spPr>
          <a:xfrm>
            <a:off x="151790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1107</a:t>
            </a:r>
          </a:p>
        </p:txBody>
      </p:sp>
      <p:sp>
        <p:nvSpPr>
          <p:cNvPr id="1109" name="TextBox 1108"/>
          <p:cNvSpPr txBox="1"/>
          <p:nvPr/>
        </p:nvSpPr>
        <p:spPr>
          <a:xfrm>
            <a:off x="175564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1108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199339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1109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223113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1110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246888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1111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270662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1112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294436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1113</a:t>
            </a:r>
          </a:p>
        </p:txBody>
      </p:sp>
      <p:sp>
        <p:nvSpPr>
          <p:cNvPr id="1115" name="TextBox 1114"/>
          <p:cNvSpPr txBox="1"/>
          <p:nvPr/>
        </p:nvSpPr>
        <p:spPr>
          <a:xfrm>
            <a:off x="318211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1114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341985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1115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65760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1116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389534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1117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4133087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1118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4370831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1119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460857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1120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484632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1121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508406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1122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532180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1123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555955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1124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579729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1125</a:t>
            </a:r>
          </a:p>
        </p:txBody>
      </p:sp>
      <p:sp>
        <p:nvSpPr>
          <p:cNvPr id="1127" name="TextBox 1126"/>
          <p:cNvSpPr txBox="1"/>
          <p:nvPr/>
        </p:nvSpPr>
        <p:spPr>
          <a:xfrm>
            <a:off x="603504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1126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6272783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1127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651052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1128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674827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1129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698601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1130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722376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1131</a:t>
            </a:r>
          </a:p>
        </p:txBody>
      </p:sp>
      <p:sp>
        <p:nvSpPr>
          <p:cNvPr id="1133" name="TextBox 1132"/>
          <p:cNvSpPr txBox="1"/>
          <p:nvPr/>
        </p:nvSpPr>
        <p:spPr>
          <a:xfrm>
            <a:off x="746150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1132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769924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1133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793699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1134</a:t>
            </a:r>
          </a:p>
        </p:txBody>
      </p:sp>
      <p:sp>
        <p:nvSpPr>
          <p:cNvPr id="1136" name="TextBox 1135"/>
          <p:cNvSpPr txBox="1"/>
          <p:nvPr/>
        </p:nvSpPr>
        <p:spPr>
          <a:xfrm>
            <a:off x="817473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1135</a:t>
            </a:r>
          </a:p>
        </p:txBody>
      </p:sp>
      <p:sp>
        <p:nvSpPr>
          <p:cNvPr id="1137" name="TextBox 1136"/>
          <p:cNvSpPr txBox="1"/>
          <p:nvPr/>
        </p:nvSpPr>
        <p:spPr>
          <a:xfrm>
            <a:off x="841248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1136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865022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1137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888796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1138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912571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1139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936345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1140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960120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1141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983894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1142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1007668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1143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1031443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1144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1055217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1145</a:t>
            </a:r>
          </a:p>
        </p:txBody>
      </p:sp>
      <p:sp>
        <p:nvSpPr>
          <p:cNvPr id="1147" name="TextBox 1146"/>
          <p:cNvSpPr txBox="1"/>
          <p:nvPr/>
        </p:nvSpPr>
        <p:spPr>
          <a:xfrm>
            <a:off x="10789920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1146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11027664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1147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11265408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1148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11503152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1149</a:t>
            </a:r>
          </a:p>
        </p:txBody>
      </p:sp>
      <p:sp>
        <p:nvSpPr>
          <p:cNvPr id="1151" name="TextBox 1150"/>
          <p:cNvSpPr txBox="1"/>
          <p:nvPr/>
        </p:nvSpPr>
        <p:spPr>
          <a:xfrm>
            <a:off x="11740896" y="371246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1150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9144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1151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32918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1152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56692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1153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80467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1154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104241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1155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128016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1156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151790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1157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175564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1158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199339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1159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223113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1160</a:t>
            </a:r>
          </a:p>
        </p:txBody>
      </p:sp>
      <p:sp>
        <p:nvSpPr>
          <p:cNvPr id="1162" name="TextBox 1161"/>
          <p:cNvSpPr txBox="1"/>
          <p:nvPr/>
        </p:nvSpPr>
        <p:spPr>
          <a:xfrm>
            <a:off x="246888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1161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270662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1162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294436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1163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318211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1164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341985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1165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365760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1166</a:t>
            </a:r>
          </a:p>
        </p:txBody>
      </p:sp>
      <p:sp>
        <p:nvSpPr>
          <p:cNvPr id="1168" name="TextBox 1167"/>
          <p:cNvSpPr txBox="1"/>
          <p:nvPr/>
        </p:nvSpPr>
        <p:spPr>
          <a:xfrm>
            <a:off x="389534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1167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4133087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1168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4370831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1169</a:t>
            </a:r>
          </a:p>
        </p:txBody>
      </p:sp>
      <p:sp>
        <p:nvSpPr>
          <p:cNvPr id="1171" name="TextBox 1170"/>
          <p:cNvSpPr txBox="1"/>
          <p:nvPr/>
        </p:nvSpPr>
        <p:spPr>
          <a:xfrm>
            <a:off x="460857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1170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484632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1171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508406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1172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532180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1173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555955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1174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579729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1175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603504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1176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6272783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1177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651052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1178</a:t>
            </a:r>
          </a:p>
        </p:txBody>
      </p:sp>
      <p:sp>
        <p:nvSpPr>
          <p:cNvPr id="1180" name="TextBox 1179"/>
          <p:cNvSpPr txBox="1"/>
          <p:nvPr/>
        </p:nvSpPr>
        <p:spPr>
          <a:xfrm>
            <a:off x="674827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1179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698601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1180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722376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1181</a:t>
            </a:r>
          </a:p>
        </p:txBody>
      </p:sp>
      <p:sp>
        <p:nvSpPr>
          <p:cNvPr id="1183" name="TextBox 1182"/>
          <p:cNvSpPr txBox="1"/>
          <p:nvPr/>
        </p:nvSpPr>
        <p:spPr>
          <a:xfrm>
            <a:off x="746150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1182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769924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1183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793699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1184</a:t>
            </a:r>
          </a:p>
        </p:txBody>
      </p:sp>
      <p:sp>
        <p:nvSpPr>
          <p:cNvPr id="1186" name="TextBox 1185"/>
          <p:cNvSpPr txBox="1"/>
          <p:nvPr/>
        </p:nvSpPr>
        <p:spPr>
          <a:xfrm>
            <a:off x="817473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1185</a:t>
            </a:r>
          </a:p>
        </p:txBody>
      </p:sp>
      <p:sp>
        <p:nvSpPr>
          <p:cNvPr id="1187" name="TextBox 1186"/>
          <p:cNvSpPr txBox="1"/>
          <p:nvPr/>
        </p:nvSpPr>
        <p:spPr>
          <a:xfrm>
            <a:off x="841248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1186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865022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1187</a:t>
            </a:r>
          </a:p>
        </p:txBody>
      </p:sp>
      <p:sp>
        <p:nvSpPr>
          <p:cNvPr id="1189" name="TextBox 1188"/>
          <p:cNvSpPr txBox="1"/>
          <p:nvPr/>
        </p:nvSpPr>
        <p:spPr>
          <a:xfrm>
            <a:off x="888796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1188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912571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1189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936345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1190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960120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1191</a:t>
            </a:r>
          </a:p>
        </p:txBody>
      </p:sp>
      <p:sp>
        <p:nvSpPr>
          <p:cNvPr id="1193" name="TextBox 1192"/>
          <p:cNvSpPr txBox="1"/>
          <p:nvPr/>
        </p:nvSpPr>
        <p:spPr>
          <a:xfrm>
            <a:off x="983894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1192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1007668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1193</a:t>
            </a:r>
          </a:p>
        </p:txBody>
      </p:sp>
      <p:sp>
        <p:nvSpPr>
          <p:cNvPr id="1195" name="TextBox 1194"/>
          <p:cNvSpPr txBox="1"/>
          <p:nvPr/>
        </p:nvSpPr>
        <p:spPr>
          <a:xfrm>
            <a:off x="1031443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1194</a:t>
            </a:r>
          </a:p>
        </p:txBody>
      </p:sp>
      <p:sp>
        <p:nvSpPr>
          <p:cNvPr id="1196" name="TextBox 1195"/>
          <p:cNvSpPr txBox="1"/>
          <p:nvPr/>
        </p:nvSpPr>
        <p:spPr>
          <a:xfrm>
            <a:off x="1055217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1195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10789920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1196</a:t>
            </a:r>
          </a:p>
        </p:txBody>
      </p:sp>
      <p:sp>
        <p:nvSpPr>
          <p:cNvPr id="1198" name="TextBox 1197"/>
          <p:cNvSpPr txBox="1"/>
          <p:nvPr/>
        </p:nvSpPr>
        <p:spPr>
          <a:xfrm>
            <a:off x="11027664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1197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11265408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1198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11503152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1199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11740896" y="387705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1200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9144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1201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32918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1202</a:t>
            </a:r>
          </a:p>
        </p:txBody>
      </p:sp>
      <p:sp>
        <p:nvSpPr>
          <p:cNvPr id="1204" name="TextBox 1203"/>
          <p:cNvSpPr txBox="1"/>
          <p:nvPr/>
        </p:nvSpPr>
        <p:spPr>
          <a:xfrm>
            <a:off x="56692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1203</a:t>
            </a:r>
          </a:p>
        </p:txBody>
      </p:sp>
      <p:sp>
        <p:nvSpPr>
          <p:cNvPr id="1205" name="TextBox 1204"/>
          <p:cNvSpPr txBox="1"/>
          <p:nvPr/>
        </p:nvSpPr>
        <p:spPr>
          <a:xfrm>
            <a:off x="80467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1204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104241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1205</a:t>
            </a:r>
          </a:p>
        </p:txBody>
      </p:sp>
      <p:sp>
        <p:nvSpPr>
          <p:cNvPr id="1207" name="TextBox 1206"/>
          <p:cNvSpPr txBox="1"/>
          <p:nvPr/>
        </p:nvSpPr>
        <p:spPr>
          <a:xfrm>
            <a:off x="128016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1206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151790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1207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175564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1208</a:t>
            </a:r>
          </a:p>
        </p:txBody>
      </p:sp>
      <p:sp>
        <p:nvSpPr>
          <p:cNvPr id="1210" name="TextBox 1209"/>
          <p:cNvSpPr txBox="1"/>
          <p:nvPr/>
        </p:nvSpPr>
        <p:spPr>
          <a:xfrm>
            <a:off x="199339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1209</a:t>
            </a:r>
          </a:p>
        </p:txBody>
      </p:sp>
      <p:sp>
        <p:nvSpPr>
          <p:cNvPr id="1211" name="TextBox 1210"/>
          <p:cNvSpPr txBox="1"/>
          <p:nvPr/>
        </p:nvSpPr>
        <p:spPr>
          <a:xfrm>
            <a:off x="223113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1210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246888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1211</a:t>
            </a:r>
          </a:p>
        </p:txBody>
      </p:sp>
      <p:sp>
        <p:nvSpPr>
          <p:cNvPr id="1213" name="TextBox 1212"/>
          <p:cNvSpPr txBox="1"/>
          <p:nvPr/>
        </p:nvSpPr>
        <p:spPr>
          <a:xfrm>
            <a:off x="270662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1212</a:t>
            </a:r>
          </a:p>
        </p:txBody>
      </p:sp>
      <p:sp>
        <p:nvSpPr>
          <p:cNvPr id="1214" name="TextBox 1213"/>
          <p:cNvSpPr txBox="1"/>
          <p:nvPr/>
        </p:nvSpPr>
        <p:spPr>
          <a:xfrm>
            <a:off x="294436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1213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318211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1214</a:t>
            </a:r>
          </a:p>
        </p:txBody>
      </p:sp>
      <p:sp>
        <p:nvSpPr>
          <p:cNvPr id="1216" name="TextBox 1215"/>
          <p:cNvSpPr txBox="1"/>
          <p:nvPr/>
        </p:nvSpPr>
        <p:spPr>
          <a:xfrm>
            <a:off x="341985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1215</a:t>
            </a:r>
          </a:p>
        </p:txBody>
      </p:sp>
      <p:sp>
        <p:nvSpPr>
          <p:cNvPr id="1217" name="TextBox 1216"/>
          <p:cNvSpPr txBox="1"/>
          <p:nvPr/>
        </p:nvSpPr>
        <p:spPr>
          <a:xfrm>
            <a:off x="365760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1216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389534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1217</a:t>
            </a:r>
          </a:p>
        </p:txBody>
      </p:sp>
      <p:sp>
        <p:nvSpPr>
          <p:cNvPr id="1219" name="TextBox 1218"/>
          <p:cNvSpPr txBox="1"/>
          <p:nvPr/>
        </p:nvSpPr>
        <p:spPr>
          <a:xfrm>
            <a:off x="4133087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1218</a:t>
            </a:r>
          </a:p>
        </p:txBody>
      </p:sp>
      <p:sp>
        <p:nvSpPr>
          <p:cNvPr id="1220" name="TextBox 1219"/>
          <p:cNvSpPr txBox="1"/>
          <p:nvPr/>
        </p:nvSpPr>
        <p:spPr>
          <a:xfrm>
            <a:off x="4370831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1219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460857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1220</a:t>
            </a:r>
          </a:p>
        </p:txBody>
      </p:sp>
      <p:sp>
        <p:nvSpPr>
          <p:cNvPr id="1222" name="TextBox 1221"/>
          <p:cNvSpPr txBox="1"/>
          <p:nvPr/>
        </p:nvSpPr>
        <p:spPr>
          <a:xfrm>
            <a:off x="484632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1221</a:t>
            </a:r>
          </a:p>
        </p:txBody>
      </p:sp>
      <p:sp>
        <p:nvSpPr>
          <p:cNvPr id="1223" name="TextBox 1222"/>
          <p:cNvSpPr txBox="1"/>
          <p:nvPr/>
        </p:nvSpPr>
        <p:spPr>
          <a:xfrm>
            <a:off x="508406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1222</a:t>
            </a:r>
          </a:p>
        </p:txBody>
      </p:sp>
      <p:sp>
        <p:nvSpPr>
          <p:cNvPr id="1224" name="TextBox 1223"/>
          <p:cNvSpPr txBox="1"/>
          <p:nvPr/>
        </p:nvSpPr>
        <p:spPr>
          <a:xfrm>
            <a:off x="532180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1223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555955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1224</a:t>
            </a:r>
          </a:p>
        </p:txBody>
      </p:sp>
      <p:sp>
        <p:nvSpPr>
          <p:cNvPr id="1226" name="TextBox 1225"/>
          <p:cNvSpPr txBox="1"/>
          <p:nvPr/>
        </p:nvSpPr>
        <p:spPr>
          <a:xfrm>
            <a:off x="579729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1225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603504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1226</a:t>
            </a:r>
          </a:p>
        </p:txBody>
      </p:sp>
      <p:sp>
        <p:nvSpPr>
          <p:cNvPr id="1228" name="TextBox 1227"/>
          <p:cNvSpPr txBox="1"/>
          <p:nvPr/>
        </p:nvSpPr>
        <p:spPr>
          <a:xfrm>
            <a:off x="6272783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1227</a:t>
            </a:r>
          </a:p>
        </p:txBody>
      </p:sp>
      <p:sp>
        <p:nvSpPr>
          <p:cNvPr id="1229" name="TextBox 1228"/>
          <p:cNvSpPr txBox="1"/>
          <p:nvPr/>
        </p:nvSpPr>
        <p:spPr>
          <a:xfrm>
            <a:off x="651052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1228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674827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1229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698601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1230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722376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1231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746150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1232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769924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1233</a:t>
            </a:r>
          </a:p>
        </p:txBody>
      </p:sp>
      <p:sp>
        <p:nvSpPr>
          <p:cNvPr id="1235" name="TextBox 1234"/>
          <p:cNvSpPr txBox="1"/>
          <p:nvPr/>
        </p:nvSpPr>
        <p:spPr>
          <a:xfrm>
            <a:off x="793699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1234</a:t>
            </a:r>
          </a:p>
        </p:txBody>
      </p:sp>
      <p:sp>
        <p:nvSpPr>
          <p:cNvPr id="1236" name="TextBox 1235"/>
          <p:cNvSpPr txBox="1"/>
          <p:nvPr/>
        </p:nvSpPr>
        <p:spPr>
          <a:xfrm>
            <a:off x="817473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1235</a:t>
            </a:r>
          </a:p>
        </p:txBody>
      </p:sp>
      <p:sp>
        <p:nvSpPr>
          <p:cNvPr id="1237" name="TextBox 1236"/>
          <p:cNvSpPr txBox="1"/>
          <p:nvPr/>
        </p:nvSpPr>
        <p:spPr>
          <a:xfrm>
            <a:off x="841248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1236</a:t>
            </a:r>
          </a:p>
        </p:txBody>
      </p:sp>
      <p:sp>
        <p:nvSpPr>
          <p:cNvPr id="1238" name="TextBox 1237"/>
          <p:cNvSpPr txBox="1"/>
          <p:nvPr/>
        </p:nvSpPr>
        <p:spPr>
          <a:xfrm>
            <a:off x="865022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1237</a:t>
            </a:r>
          </a:p>
        </p:txBody>
      </p:sp>
      <p:sp>
        <p:nvSpPr>
          <p:cNvPr id="1239" name="TextBox 1238"/>
          <p:cNvSpPr txBox="1"/>
          <p:nvPr/>
        </p:nvSpPr>
        <p:spPr>
          <a:xfrm>
            <a:off x="888796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1238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912571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1239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936345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1240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960120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1241</a:t>
            </a:r>
          </a:p>
        </p:txBody>
      </p:sp>
      <p:sp>
        <p:nvSpPr>
          <p:cNvPr id="1243" name="TextBox 1242"/>
          <p:cNvSpPr txBox="1"/>
          <p:nvPr/>
        </p:nvSpPr>
        <p:spPr>
          <a:xfrm>
            <a:off x="983894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1242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1007668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1243</a:t>
            </a:r>
          </a:p>
        </p:txBody>
      </p:sp>
      <p:sp>
        <p:nvSpPr>
          <p:cNvPr id="1245" name="TextBox 1244"/>
          <p:cNvSpPr txBox="1"/>
          <p:nvPr/>
        </p:nvSpPr>
        <p:spPr>
          <a:xfrm>
            <a:off x="1031443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1244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1055217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1245</a:t>
            </a:r>
          </a:p>
        </p:txBody>
      </p:sp>
      <p:sp>
        <p:nvSpPr>
          <p:cNvPr id="1247" name="TextBox 1246"/>
          <p:cNvSpPr txBox="1"/>
          <p:nvPr/>
        </p:nvSpPr>
        <p:spPr>
          <a:xfrm>
            <a:off x="10789920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1246</a:t>
            </a:r>
          </a:p>
        </p:txBody>
      </p:sp>
      <p:sp>
        <p:nvSpPr>
          <p:cNvPr id="1248" name="TextBox 1247"/>
          <p:cNvSpPr txBox="1"/>
          <p:nvPr/>
        </p:nvSpPr>
        <p:spPr>
          <a:xfrm>
            <a:off x="11027664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1247</a:t>
            </a:r>
          </a:p>
        </p:txBody>
      </p:sp>
      <p:sp>
        <p:nvSpPr>
          <p:cNvPr id="1249" name="TextBox 1248"/>
          <p:cNvSpPr txBox="1"/>
          <p:nvPr/>
        </p:nvSpPr>
        <p:spPr>
          <a:xfrm>
            <a:off x="11265408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1248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11503152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1249</a:t>
            </a:r>
          </a:p>
        </p:txBody>
      </p:sp>
      <p:sp>
        <p:nvSpPr>
          <p:cNvPr id="1251" name="TextBox 1250"/>
          <p:cNvSpPr txBox="1"/>
          <p:nvPr/>
        </p:nvSpPr>
        <p:spPr>
          <a:xfrm>
            <a:off x="11740896" y="404164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1250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9144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1251</a:t>
            </a:r>
          </a:p>
        </p:txBody>
      </p:sp>
      <p:sp>
        <p:nvSpPr>
          <p:cNvPr id="1253" name="TextBox 1252"/>
          <p:cNvSpPr txBox="1"/>
          <p:nvPr/>
        </p:nvSpPr>
        <p:spPr>
          <a:xfrm>
            <a:off x="32918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1252</a:t>
            </a:r>
          </a:p>
        </p:txBody>
      </p:sp>
      <p:sp>
        <p:nvSpPr>
          <p:cNvPr id="1254" name="TextBox 1253"/>
          <p:cNvSpPr txBox="1"/>
          <p:nvPr/>
        </p:nvSpPr>
        <p:spPr>
          <a:xfrm>
            <a:off x="56692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1253</a:t>
            </a:r>
          </a:p>
        </p:txBody>
      </p:sp>
      <p:sp>
        <p:nvSpPr>
          <p:cNvPr id="1255" name="TextBox 1254"/>
          <p:cNvSpPr txBox="1"/>
          <p:nvPr/>
        </p:nvSpPr>
        <p:spPr>
          <a:xfrm>
            <a:off x="80467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1254</a:t>
            </a:r>
          </a:p>
        </p:txBody>
      </p:sp>
      <p:sp>
        <p:nvSpPr>
          <p:cNvPr id="1256" name="TextBox 1255"/>
          <p:cNvSpPr txBox="1"/>
          <p:nvPr/>
        </p:nvSpPr>
        <p:spPr>
          <a:xfrm>
            <a:off x="104241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1255</a:t>
            </a:r>
          </a:p>
        </p:txBody>
      </p:sp>
      <p:sp>
        <p:nvSpPr>
          <p:cNvPr id="1257" name="TextBox 1256"/>
          <p:cNvSpPr txBox="1"/>
          <p:nvPr/>
        </p:nvSpPr>
        <p:spPr>
          <a:xfrm>
            <a:off x="128016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1256</a:t>
            </a:r>
          </a:p>
        </p:txBody>
      </p:sp>
      <p:sp>
        <p:nvSpPr>
          <p:cNvPr id="1258" name="TextBox 1257"/>
          <p:cNvSpPr txBox="1"/>
          <p:nvPr/>
        </p:nvSpPr>
        <p:spPr>
          <a:xfrm>
            <a:off x="151790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1257</a:t>
            </a:r>
          </a:p>
        </p:txBody>
      </p:sp>
      <p:sp>
        <p:nvSpPr>
          <p:cNvPr id="1259" name="TextBox 1258"/>
          <p:cNvSpPr txBox="1"/>
          <p:nvPr/>
        </p:nvSpPr>
        <p:spPr>
          <a:xfrm>
            <a:off x="175564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1258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199339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1259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223113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1260</a:t>
            </a:r>
          </a:p>
        </p:txBody>
      </p:sp>
      <p:sp>
        <p:nvSpPr>
          <p:cNvPr id="1262" name="TextBox 1261"/>
          <p:cNvSpPr txBox="1"/>
          <p:nvPr/>
        </p:nvSpPr>
        <p:spPr>
          <a:xfrm>
            <a:off x="246888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1261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270662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1262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294436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1263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318211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1264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341985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1265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365760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1266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389534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1267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4133087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1268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4370831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1269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460857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1270</a:t>
            </a:r>
          </a:p>
        </p:txBody>
      </p:sp>
      <p:sp>
        <p:nvSpPr>
          <p:cNvPr id="1272" name="TextBox 1271"/>
          <p:cNvSpPr txBox="1"/>
          <p:nvPr/>
        </p:nvSpPr>
        <p:spPr>
          <a:xfrm>
            <a:off x="484632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1271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508406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1272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532180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1273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555955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1274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579729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1275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603504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1276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6272783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1277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651052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1278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674827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1279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698601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1280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722376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1281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746150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1282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769924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1283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793699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1284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817473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1285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841248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1286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865022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1287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888796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1288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912571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1289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936345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1290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960120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1291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983894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1292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07668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1293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1031443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1294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1055217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1295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789920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1296</a:t>
            </a:r>
          </a:p>
        </p:txBody>
      </p:sp>
      <p:sp>
        <p:nvSpPr>
          <p:cNvPr id="1298" name="TextBox 1297"/>
          <p:cNvSpPr txBox="1"/>
          <p:nvPr/>
        </p:nvSpPr>
        <p:spPr>
          <a:xfrm>
            <a:off x="11027664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1297</a:t>
            </a:r>
          </a:p>
        </p:txBody>
      </p:sp>
      <p:sp>
        <p:nvSpPr>
          <p:cNvPr id="1299" name="TextBox 1298"/>
          <p:cNvSpPr txBox="1"/>
          <p:nvPr/>
        </p:nvSpPr>
        <p:spPr>
          <a:xfrm>
            <a:off x="11265408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1298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1503152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1299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11740896" y="4206240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1300</a:t>
            </a:r>
          </a:p>
        </p:txBody>
      </p:sp>
      <p:sp>
        <p:nvSpPr>
          <p:cNvPr id="1302" name="TextBox 1301"/>
          <p:cNvSpPr txBox="1"/>
          <p:nvPr/>
        </p:nvSpPr>
        <p:spPr>
          <a:xfrm>
            <a:off x="9144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1301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32918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1302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56692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1303</a:t>
            </a:r>
          </a:p>
        </p:txBody>
      </p:sp>
      <p:sp>
        <p:nvSpPr>
          <p:cNvPr id="1305" name="TextBox 1304"/>
          <p:cNvSpPr txBox="1"/>
          <p:nvPr/>
        </p:nvSpPr>
        <p:spPr>
          <a:xfrm>
            <a:off x="80467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4241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128016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1306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51790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1307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175564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1308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199339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1309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223113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1310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246888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1311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270662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1312</a:t>
            </a:r>
          </a:p>
        </p:txBody>
      </p:sp>
      <p:sp>
        <p:nvSpPr>
          <p:cNvPr id="1314" name="TextBox 1313"/>
          <p:cNvSpPr txBox="1"/>
          <p:nvPr/>
        </p:nvSpPr>
        <p:spPr>
          <a:xfrm>
            <a:off x="294436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1313</a:t>
            </a:r>
          </a:p>
        </p:txBody>
      </p:sp>
      <p:sp>
        <p:nvSpPr>
          <p:cNvPr id="1315" name="TextBox 1314"/>
          <p:cNvSpPr txBox="1"/>
          <p:nvPr/>
        </p:nvSpPr>
        <p:spPr>
          <a:xfrm>
            <a:off x="318211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1314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341985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1315</a:t>
            </a:r>
          </a:p>
        </p:txBody>
      </p:sp>
      <p:sp>
        <p:nvSpPr>
          <p:cNvPr id="1317" name="TextBox 1316"/>
          <p:cNvSpPr txBox="1"/>
          <p:nvPr/>
        </p:nvSpPr>
        <p:spPr>
          <a:xfrm>
            <a:off x="365760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1316</a:t>
            </a:r>
          </a:p>
        </p:txBody>
      </p:sp>
      <p:sp>
        <p:nvSpPr>
          <p:cNvPr id="1318" name="TextBox 1317"/>
          <p:cNvSpPr txBox="1"/>
          <p:nvPr/>
        </p:nvSpPr>
        <p:spPr>
          <a:xfrm>
            <a:off x="389534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1317</a:t>
            </a:r>
          </a:p>
        </p:txBody>
      </p:sp>
      <p:sp>
        <p:nvSpPr>
          <p:cNvPr id="1319" name="TextBox 1318"/>
          <p:cNvSpPr txBox="1"/>
          <p:nvPr/>
        </p:nvSpPr>
        <p:spPr>
          <a:xfrm>
            <a:off x="4133087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1318</a:t>
            </a:r>
          </a:p>
        </p:txBody>
      </p:sp>
      <p:sp>
        <p:nvSpPr>
          <p:cNvPr id="1320" name="TextBox 1319"/>
          <p:cNvSpPr txBox="1"/>
          <p:nvPr/>
        </p:nvSpPr>
        <p:spPr>
          <a:xfrm>
            <a:off x="4370831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1319</a:t>
            </a:r>
          </a:p>
        </p:txBody>
      </p:sp>
      <p:sp>
        <p:nvSpPr>
          <p:cNvPr id="1321" name="TextBox 1320"/>
          <p:cNvSpPr txBox="1"/>
          <p:nvPr/>
        </p:nvSpPr>
        <p:spPr>
          <a:xfrm>
            <a:off x="460857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1320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484632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1321</a:t>
            </a:r>
          </a:p>
        </p:txBody>
      </p:sp>
      <p:sp>
        <p:nvSpPr>
          <p:cNvPr id="1323" name="TextBox 1322"/>
          <p:cNvSpPr txBox="1"/>
          <p:nvPr/>
        </p:nvSpPr>
        <p:spPr>
          <a:xfrm>
            <a:off x="508406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1322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532180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1323</a:t>
            </a:r>
          </a:p>
        </p:txBody>
      </p:sp>
      <p:sp>
        <p:nvSpPr>
          <p:cNvPr id="1325" name="TextBox 1324"/>
          <p:cNvSpPr txBox="1"/>
          <p:nvPr/>
        </p:nvSpPr>
        <p:spPr>
          <a:xfrm>
            <a:off x="555955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1324</a:t>
            </a:r>
          </a:p>
        </p:txBody>
      </p:sp>
      <p:sp>
        <p:nvSpPr>
          <p:cNvPr id="1326" name="TextBox 1325"/>
          <p:cNvSpPr txBox="1"/>
          <p:nvPr/>
        </p:nvSpPr>
        <p:spPr>
          <a:xfrm>
            <a:off x="579729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1325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603504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1326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6272783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1327</a:t>
            </a:r>
          </a:p>
        </p:txBody>
      </p:sp>
      <p:sp>
        <p:nvSpPr>
          <p:cNvPr id="1329" name="TextBox 1328"/>
          <p:cNvSpPr txBox="1"/>
          <p:nvPr/>
        </p:nvSpPr>
        <p:spPr>
          <a:xfrm>
            <a:off x="651052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1328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674827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1329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698601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1330</a:t>
            </a:r>
          </a:p>
        </p:txBody>
      </p:sp>
      <p:sp>
        <p:nvSpPr>
          <p:cNvPr id="1332" name="TextBox 1331"/>
          <p:cNvSpPr txBox="1"/>
          <p:nvPr/>
        </p:nvSpPr>
        <p:spPr>
          <a:xfrm>
            <a:off x="722376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1331</a:t>
            </a:r>
          </a:p>
        </p:txBody>
      </p:sp>
      <p:sp>
        <p:nvSpPr>
          <p:cNvPr id="1333" name="TextBox 1332"/>
          <p:cNvSpPr txBox="1"/>
          <p:nvPr/>
        </p:nvSpPr>
        <p:spPr>
          <a:xfrm>
            <a:off x="746150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769924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1333</a:t>
            </a:r>
          </a:p>
        </p:txBody>
      </p:sp>
      <p:sp>
        <p:nvSpPr>
          <p:cNvPr id="1335" name="TextBox 1334"/>
          <p:cNvSpPr txBox="1"/>
          <p:nvPr/>
        </p:nvSpPr>
        <p:spPr>
          <a:xfrm>
            <a:off x="793699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1334</a:t>
            </a:r>
          </a:p>
        </p:txBody>
      </p:sp>
      <p:sp>
        <p:nvSpPr>
          <p:cNvPr id="1336" name="TextBox 1335"/>
          <p:cNvSpPr txBox="1"/>
          <p:nvPr/>
        </p:nvSpPr>
        <p:spPr>
          <a:xfrm>
            <a:off x="817473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1335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41248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1336</a:t>
            </a:r>
          </a:p>
        </p:txBody>
      </p:sp>
      <p:sp>
        <p:nvSpPr>
          <p:cNvPr id="1338" name="TextBox 1337"/>
          <p:cNvSpPr txBox="1"/>
          <p:nvPr/>
        </p:nvSpPr>
        <p:spPr>
          <a:xfrm>
            <a:off x="865022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1337</a:t>
            </a:r>
          </a:p>
        </p:txBody>
      </p:sp>
      <p:sp>
        <p:nvSpPr>
          <p:cNvPr id="1339" name="TextBox 1338"/>
          <p:cNvSpPr txBox="1"/>
          <p:nvPr/>
        </p:nvSpPr>
        <p:spPr>
          <a:xfrm>
            <a:off x="888796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1338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912571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1339</a:t>
            </a:r>
          </a:p>
        </p:txBody>
      </p:sp>
      <p:sp>
        <p:nvSpPr>
          <p:cNvPr id="1341" name="TextBox 1340"/>
          <p:cNvSpPr txBox="1"/>
          <p:nvPr/>
        </p:nvSpPr>
        <p:spPr>
          <a:xfrm>
            <a:off x="936345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1340</a:t>
            </a:r>
          </a:p>
        </p:txBody>
      </p:sp>
      <p:sp>
        <p:nvSpPr>
          <p:cNvPr id="1342" name="TextBox 1341"/>
          <p:cNvSpPr txBox="1"/>
          <p:nvPr/>
        </p:nvSpPr>
        <p:spPr>
          <a:xfrm>
            <a:off x="960120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983894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1342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1007668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1343</a:t>
            </a:r>
          </a:p>
        </p:txBody>
      </p:sp>
      <p:sp>
        <p:nvSpPr>
          <p:cNvPr id="1345" name="TextBox 1344"/>
          <p:cNvSpPr txBox="1"/>
          <p:nvPr/>
        </p:nvSpPr>
        <p:spPr>
          <a:xfrm>
            <a:off x="1031443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1344</a:t>
            </a:r>
          </a:p>
        </p:txBody>
      </p:sp>
      <p:sp>
        <p:nvSpPr>
          <p:cNvPr id="1346" name="TextBox 1345"/>
          <p:cNvSpPr txBox="1"/>
          <p:nvPr/>
        </p:nvSpPr>
        <p:spPr>
          <a:xfrm>
            <a:off x="1055217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1345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10789920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1346</a:t>
            </a:r>
          </a:p>
        </p:txBody>
      </p:sp>
      <p:sp>
        <p:nvSpPr>
          <p:cNvPr id="1348" name="TextBox 1347"/>
          <p:cNvSpPr txBox="1"/>
          <p:nvPr/>
        </p:nvSpPr>
        <p:spPr>
          <a:xfrm>
            <a:off x="11027664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1347</a:t>
            </a:r>
          </a:p>
        </p:txBody>
      </p:sp>
      <p:sp>
        <p:nvSpPr>
          <p:cNvPr id="1349" name="TextBox 1348"/>
          <p:cNvSpPr txBox="1"/>
          <p:nvPr/>
        </p:nvSpPr>
        <p:spPr>
          <a:xfrm>
            <a:off x="11265408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1348</a:t>
            </a:r>
          </a:p>
        </p:txBody>
      </p:sp>
      <p:sp>
        <p:nvSpPr>
          <p:cNvPr id="1350" name="TextBox 1349"/>
          <p:cNvSpPr txBox="1"/>
          <p:nvPr/>
        </p:nvSpPr>
        <p:spPr>
          <a:xfrm>
            <a:off x="11503152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1349</a:t>
            </a:r>
          </a:p>
        </p:txBody>
      </p:sp>
      <p:sp>
        <p:nvSpPr>
          <p:cNvPr id="1351" name="TextBox 1350"/>
          <p:cNvSpPr txBox="1"/>
          <p:nvPr/>
        </p:nvSpPr>
        <p:spPr>
          <a:xfrm>
            <a:off x="11740896" y="437083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1350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9144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1351</a:t>
            </a:r>
          </a:p>
        </p:txBody>
      </p:sp>
      <p:sp>
        <p:nvSpPr>
          <p:cNvPr id="1353" name="TextBox 1352"/>
          <p:cNvSpPr txBox="1"/>
          <p:nvPr/>
        </p:nvSpPr>
        <p:spPr>
          <a:xfrm>
            <a:off x="32918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1352</a:t>
            </a:r>
          </a:p>
        </p:txBody>
      </p:sp>
      <p:sp>
        <p:nvSpPr>
          <p:cNvPr id="1354" name="TextBox 1353"/>
          <p:cNvSpPr txBox="1"/>
          <p:nvPr/>
        </p:nvSpPr>
        <p:spPr>
          <a:xfrm>
            <a:off x="56692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1353</a:t>
            </a:r>
          </a:p>
        </p:txBody>
      </p:sp>
      <p:sp>
        <p:nvSpPr>
          <p:cNvPr id="1355" name="TextBox 1354"/>
          <p:cNvSpPr txBox="1"/>
          <p:nvPr/>
        </p:nvSpPr>
        <p:spPr>
          <a:xfrm>
            <a:off x="80467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1354</a:t>
            </a:r>
          </a:p>
        </p:txBody>
      </p:sp>
      <p:sp>
        <p:nvSpPr>
          <p:cNvPr id="1356" name="TextBox 1355"/>
          <p:cNvSpPr txBox="1"/>
          <p:nvPr/>
        </p:nvSpPr>
        <p:spPr>
          <a:xfrm>
            <a:off x="104241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1355</a:t>
            </a:r>
          </a:p>
        </p:txBody>
      </p:sp>
      <p:sp>
        <p:nvSpPr>
          <p:cNvPr id="1357" name="TextBox 1356"/>
          <p:cNvSpPr txBox="1"/>
          <p:nvPr/>
        </p:nvSpPr>
        <p:spPr>
          <a:xfrm>
            <a:off x="128016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1356</a:t>
            </a:r>
          </a:p>
        </p:txBody>
      </p:sp>
      <p:sp>
        <p:nvSpPr>
          <p:cNvPr id="1358" name="TextBox 1357"/>
          <p:cNvSpPr txBox="1"/>
          <p:nvPr/>
        </p:nvSpPr>
        <p:spPr>
          <a:xfrm>
            <a:off x="151790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1357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175564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1358</a:t>
            </a:r>
          </a:p>
        </p:txBody>
      </p:sp>
      <p:sp>
        <p:nvSpPr>
          <p:cNvPr id="1360" name="TextBox 1359"/>
          <p:cNvSpPr txBox="1"/>
          <p:nvPr/>
        </p:nvSpPr>
        <p:spPr>
          <a:xfrm>
            <a:off x="199339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1359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223113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1360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246888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1361</a:t>
            </a:r>
          </a:p>
        </p:txBody>
      </p:sp>
      <p:sp>
        <p:nvSpPr>
          <p:cNvPr id="1363" name="TextBox 1362"/>
          <p:cNvSpPr txBox="1"/>
          <p:nvPr/>
        </p:nvSpPr>
        <p:spPr>
          <a:xfrm>
            <a:off x="270662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1362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294436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1363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318211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1364</a:t>
            </a:r>
          </a:p>
        </p:txBody>
      </p:sp>
      <p:sp>
        <p:nvSpPr>
          <p:cNvPr id="1366" name="TextBox 1365"/>
          <p:cNvSpPr txBox="1"/>
          <p:nvPr/>
        </p:nvSpPr>
        <p:spPr>
          <a:xfrm>
            <a:off x="341985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1365</a:t>
            </a:r>
          </a:p>
        </p:txBody>
      </p:sp>
      <p:sp>
        <p:nvSpPr>
          <p:cNvPr id="1367" name="TextBox 1366"/>
          <p:cNvSpPr txBox="1"/>
          <p:nvPr/>
        </p:nvSpPr>
        <p:spPr>
          <a:xfrm>
            <a:off x="365760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1366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389534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1367</a:t>
            </a:r>
          </a:p>
        </p:txBody>
      </p:sp>
      <p:sp>
        <p:nvSpPr>
          <p:cNvPr id="1369" name="TextBox 1368"/>
          <p:cNvSpPr txBox="1"/>
          <p:nvPr/>
        </p:nvSpPr>
        <p:spPr>
          <a:xfrm>
            <a:off x="4133087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1368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4370831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1369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460857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1370</a:t>
            </a:r>
          </a:p>
        </p:txBody>
      </p:sp>
      <p:sp>
        <p:nvSpPr>
          <p:cNvPr id="1372" name="TextBox 1371"/>
          <p:cNvSpPr txBox="1"/>
          <p:nvPr/>
        </p:nvSpPr>
        <p:spPr>
          <a:xfrm>
            <a:off x="484632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1371</a:t>
            </a:r>
          </a:p>
        </p:txBody>
      </p:sp>
      <p:sp>
        <p:nvSpPr>
          <p:cNvPr id="1373" name="TextBox 1372"/>
          <p:cNvSpPr txBox="1"/>
          <p:nvPr/>
        </p:nvSpPr>
        <p:spPr>
          <a:xfrm>
            <a:off x="508406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1372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532180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1373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555955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1374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579729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1375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603504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1376</a:t>
            </a:r>
          </a:p>
        </p:txBody>
      </p:sp>
      <p:sp>
        <p:nvSpPr>
          <p:cNvPr id="1378" name="TextBox 1377"/>
          <p:cNvSpPr txBox="1"/>
          <p:nvPr/>
        </p:nvSpPr>
        <p:spPr>
          <a:xfrm>
            <a:off x="6272783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1377</a:t>
            </a:r>
          </a:p>
        </p:txBody>
      </p:sp>
      <p:sp>
        <p:nvSpPr>
          <p:cNvPr id="1379" name="TextBox 1378"/>
          <p:cNvSpPr txBox="1"/>
          <p:nvPr/>
        </p:nvSpPr>
        <p:spPr>
          <a:xfrm>
            <a:off x="651052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1378</a:t>
            </a:r>
          </a:p>
        </p:txBody>
      </p:sp>
      <p:sp>
        <p:nvSpPr>
          <p:cNvPr id="1380" name="TextBox 1379"/>
          <p:cNvSpPr txBox="1"/>
          <p:nvPr/>
        </p:nvSpPr>
        <p:spPr>
          <a:xfrm>
            <a:off x="674827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1379</a:t>
            </a:r>
          </a:p>
        </p:txBody>
      </p:sp>
      <p:sp>
        <p:nvSpPr>
          <p:cNvPr id="1381" name="TextBox 1380"/>
          <p:cNvSpPr txBox="1"/>
          <p:nvPr/>
        </p:nvSpPr>
        <p:spPr>
          <a:xfrm>
            <a:off x="698601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1380</a:t>
            </a:r>
          </a:p>
        </p:txBody>
      </p:sp>
      <p:sp>
        <p:nvSpPr>
          <p:cNvPr id="1382" name="TextBox 1381"/>
          <p:cNvSpPr txBox="1"/>
          <p:nvPr/>
        </p:nvSpPr>
        <p:spPr>
          <a:xfrm>
            <a:off x="722376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1381</a:t>
            </a:r>
          </a:p>
        </p:txBody>
      </p:sp>
      <p:sp>
        <p:nvSpPr>
          <p:cNvPr id="1383" name="TextBox 1382"/>
          <p:cNvSpPr txBox="1"/>
          <p:nvPr/>
        </p:nvSpPr>
        <p:spPr>
          <a:xfrm>
            <a:off x="746150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1382</a:t>
            </a:r>
          </a:p>
        </p:txBody>
      </p:sp>
      <p:sp>
        <p:nvSpPr>
          <p:cNvPr id="1384" name="TextBox 1383"/>
          <p:cNvSpPr txBox="1"/>
          <p:nvPr/>
        </p:nvSpPr>
        <p:spPr>
          <a:xfrm>
            <a:off x="769924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1383</a:t>
            </a:r>
          </a:p>
        </p:txBody>
      </p:sp>
      <p:sp>
        <p:nvSpPr>
          <p:cNvPr id="1385" name="TextBox 1384"/>
          <p:cNvSpPr txBox="1"/>
          <p:nvPr/>
        </p:nvSpPr>
        <p:spPr>
          <a:xfrm>
            <a:off x="793699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1384</a:t>
            </a:r>
          </a:p>
        </p:txBody>
      </p:sp>
      <p:sp>
        <p:nvSpPr>
          <p:cNvPr id="1386" name="TextBox 1385"/>
          <p:cNvSpPr txBox="1"/>
          <p:nvPr/>
        </p:nvSpPr>
        <p:spPr>
          <a:xfrm>
            <a:off x="817473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1385</a:t>
            </a:r>
          </a:p>
        </p:txBody>
      </p:sp>
      <p:sp>
        <p:nvSpPr>
          <p:cNvPr id="1387" name="TextBox 1386"/>
          <p:cNvSpPr txBox="1"/>
          <p:nvPr/>
        </p:nvSpPr>
        <p:spPr>
          <a:xfrm>
            <a:off x="841248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1386</a:t>
            </a:r>
          </a:p>
        </p:txBody>
      </p:sp>
      <p:sp>
        <p:nvSpPr>
          <p:cNvPr id="1388" name="TextBox 1387"/>
          <p:cNvSpPr txBox="1"/>
          <p:nvPr/>
        </p:nvSpPr>
        <p:spPr>
          <a:xfrm>
            <a:off x="865022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1387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888796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1388</a:t>
            </a:r>
          </a:p>
        </p:txBody>
      </p:sp>
      <p:sp>
        <p:nvSpPr>
          <p:cNvPr id="1390" name="TextBox 1389"/>
          <p:cNvSpPr txBox="1"/>
          <p:nvPr/>
        </p:nvSpPr>
        <p:spPr>
          <a:xfrm>
            <a:off x="912571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1389</a:t>
            </a:r>
          </a:p>
        </p:txBody>
      </p:sp>
      <p:sp>
        <p:nvSpPr>
          <p:cNvPr id="1391" name="TextBox 1390"/>
          <p:cNvSpPr txBox="1"/>
          <p:nvPr/>
        </p:nvSpPr>
        <p:spPr>
          <a:xfrm>
            <a:off x="936345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1390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960120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1391</a:t>
            </a:r>
          </a:p>
        </p:txBody>
      </p:sp>
      <p:sp>
        <p:nvSpPr>
          <p:cNvPr id="1393" name="TextBox 1392"/>
          <p:cNvSpPr txBox="1"/>
          <p:nvPr/>
        </p:nvSpPr>
        <p:spPr>
          <a:xfrm>
            <a:off x="983894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1392</a:t>
            </a:r>
          </a:p>
        </p:txBody>
      </p:sp>
      <p:sp>
        <p:nvSpPr>
          <p:cNvPr id="1394" name="TextBox 1393"/>
          <p:cNvSpPr txBox="1"/>
          <p:nvPr/>
        </p:nvSpPr>
        <p:spPr>
          <a:xfrm>
            <a:off x="1007668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1393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031443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1394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055217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1395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10789920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1396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027664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1397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11265408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1398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503152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1399</a:t>
            </a:r>
          </a:p>
        </p:txBody>
      </p:sp>
      <p:sp>
        <p:nvSpPr>
          <p:cNvPr id="1401" name="TextBox 1400"/>
          <p:cNvSpPr txBox="1"/>
          <p:nvPr/>
        </p:nvSpPr>
        <p:spPr>
          <a:xfrm>
            <a:off x="11740896" y="453542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1400</a:t>
            </a:r>
          </a:p>
        </p:txBody>
      </p:sp>
      <p:sp>
        <p:nvSpPr>
          <p:cNvPr id="1402" name="TextBox 1401"/>
          <p:cNvSpPr txBox="1"/>
          <p:nvPr/>
        </p:nvSpPr>
        <p:spPr>
          <a:xfrm>
            <a:off x="9144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1401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32918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1402</a:t>
            </a:r>
          </a:p>
        </p:txBody>
      </p:sp>
      <p:sp>
        <p:nvSpPr>
          <p:cNvPr id="1404" name="TextBox 1403"/>
          <p:cNvSpPr txBox="1"/>
          <p:nvPr/>
        </p:nvSpPr>
        <p:spPr>
          <a:xfrm>
            <a:off x="56692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1403</a:t>
            </a:r>
          </a:p>
        </p:txBody>
      </p:sp>
      <p:sp>
        <p:nvSpPr>
          <p:cNvPr id="1405" name="TextBox 1404"/>
          <p:cNvSpPr txBox="1"/>
          <p:nvPr/>
        </p:nvSpPr>
        <p:spPr>
          <a:xfrm>
            <a:off x="80467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1404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04241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128016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1406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51790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1407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175564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1408</a:t>
            </a:r>
          </a:p>
        </p:txBody>
      </p:sp>
      <p:sp>
        <p:nvSpPr>
          <p:cNvPr id="1410" name="TextBox 1409"/>
          <p:cNvSpPr txBox="1"/>
          <p:nvPr/>
        </p:nvSpPr>
        <p:spPr>
          <a:xfrm>
            <a:off x="199339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1409</a:t>
            </a:r>
          </a:p>
        </p:txBody>
      </p:sp>
      <p:sp>
        <p:nvSpPr>
          <p:cNvPr id="1411" name="TextBox 1410"/>
          <p:cNvSpPr txBox="1"/>
          <p:nvPr/>
        </p:nvSpPr>
        <p:spPr>
          <a:xfrm>
            <a:off x="223113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1410</a:t>
            </a:r>
          </a:p>
        </p:txBody>
      </p:sp>
      <p:sp>
        <p:nvSpPr>
          <p:cNvPr id="1412" name="TextBox 1411"/>
          <p:cNvSpPr txBox="1"/>
          <p:nvPr/>
        </p:nvSpPr>
        <p:spPr>
          <a:xfrm>
            <a:off x="246888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1411</a:t>
            </a:r>
          </a:p>
        </p:txBody>
      </p:sp>
      <p:sp>
        <p:nvSpPr>
          <p:cNvPr id="1413" name="TextBox 1412"/>
          <p:cNvSpPr txBox="1"/>
          <p:nvPr/>
        </p:nvSpPr>
        <p:spPr>
          <a:xfrm>
            <a:off x="270662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1412</a:t>
            </a:r>
          </a:p>
        </p:txBody>
      </p:sp>
      <p:sp>
        <p:nvSpPr>
          <p:cNvPr id="1414" name="TextBox 1413"/>
          <p:cNvSpPr txBox="1"/>
          <p:nvPr/>
        </p:nvSpPr>
        <p:spPr>
          <a:xfrm>
            <a:off x="294436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1413</a:t>
            </a:r>
          </a:p>
        </p:txBody>
      </p:sp>
      <p:sp>
        <p:nvSpPr>
          <p:cNvPr id="1415" name="TextBox 1414"/>
          <p:cNvSpPr txBox="1"/>
          <p:nvPr/>
        </p:nvSpPr>
        <p:spPr>
          <a:xfrm>
            <a:off x="318211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1414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341985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1415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365760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1416</a:t>
            </a:r>
          </a:p>
        </p:txBody>
      </p:sp>
      <p:sp>
        <p:nvSpPr>
          <p:cNvPr id="1418" name="TextBox 1417"/>
          <p:cNvSpPr txBox="1"/>
          <p:nvPr/>
        </p:nvSpPr>
        <p:spPr>
          <a:xfrm>
            <a:off x="389534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1417</a:t>
            </a:r>
          </a:p>
        </p:txBody>
      </p:sp>
      <p:sp>
        <p:nvSpPr>
          <p:cNvPr id="1419" name="TextBox 1418"/>
          <p:cNvSpPr txBox="1"/>
          <p:nvPr/>
        </p:nvSpPr>
        <p:spPr>
          <a:xfrm>
            <a:off x="4133087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1418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4370831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1419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460857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1420</a:t>
            </a:r>
          </a:p>
        </p:txBody>
      </p:sp>
      <p:sp>
        <p:nvSpPr>
          <p:cNvPr id="1422" name="TextBox 1421"/>
          <p:cNvSpPr txBox="1"/>
          <p:nvPr/>
        </p:nvSpPr>
        <p:spPr>
          <a:xfrm>
            <a:off x="484632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1421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508406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1422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532180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1423</a:t>
            </a:r>
          </a:p>
        </p:txBody>
      </p:sp>
      <p:sp>
        <p:nvSpPr>
          <p:cNvPr id="1425" name="TextBox 1424"/>
          <p:cNvSpPr txBox="1"/>
          <p:nvPr/>
        </p:nvSpPr>
        <p:spPr>
          <a:xfrm>
            <a:off x="555955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1424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579729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1425</a:t>
            </a:r>
          </a:p>
        </p:txBody>
      </p:sp>
      <p:sp>
        <p:nvSpPr>
          <p:cNvPr id="1427" name="TextBox 1426"/>
          <p:cNvSpPr txBox="1"/>
          <p:nvPr/>
        </p:nvSpPr>
        <p:spPr>
          <a:xfrm>
            <a:off x="603504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1426</a:t>
            </a:r>
          </a:p>
        </p:txBody>
      </p:sp>
      <p:sp>
        <p:nvSpPr>
          <p:cNvPr id="1428" name="TextBox 1427"/>
          <p:cNvSpPr txBox="1"/>
          <p:nvPr/>
        </p:nvSpPr>
        <p:spPr>
          <a:xfrm>
            <a:off x="6272783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1427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651052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1428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674827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1429</a:t>
            </a:r>
          </a:p>
        </p:txBody>
      </p:sp>
      <p:sp>
        <p:nvSpPr>
          <p:cNvPr id="1431" name="TextBox 1430"/>
          <p:cNvSpPr txBox="1"/>
          <p:nvPr/>
        </p:nvSpPr>
        <p:spPr>
          <a:xfrm>
            <a:off x="698601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1430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722376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746150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1432</a:t>
            </a:r>
          </a:p>
        </p:txBody>
      </p:sp>
      <p:sp>
        <p:nvSpPr>
          <p:cNvPr id="1434" name="TextBox 1433"/>
          <p:cNvSpPr txBox="1"/>
          <p:nvPr/>
        </p:nvSpPr>
        <p:spPr>
          <a:xfrm>
            <a:off x="769924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1433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793699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1434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817473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1435</a:t>
            </a:r>
          </a:p>
        </p:txBody>
      </p:sp>
      <p:sp>
        <p:nvSpPr>
          <p:cNvPr id="1437" name="TextBox 1436"/>
          <p:cNvSpPr txBox="1"/>
          <p:nvPr/>
        </p:nvSpPr>
        <p:spPr>
          <a:xfrm>
            <a:off x="841248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1436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865022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888796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1438</a:t>
            </a:r>
          </a:p>
        </p:txBody>
      </p:sp>
      <p:sp>
        <p:nvSpPr>
          <p:cNvPr id="1440" name="TextBox 1439"/>
          <p:cNvSpPr txBox="1"/>
          <p:nvPr/>
        </p:nvSpPr>
        <p:spPr>
          <a:xfrm>
            <a:off x="912571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1439</a:t>
            </a:r>
          </a:p>
        </p:txBody>
      </p:sp>
      <p:sp>
        <p:nvSpPr>
          <p:cNvPr id="1441" name="TextBox 1440"/>
          <p:cNvSpPr txBox="1"/>
          <p:nvPr/>
        </p:nvSpPr>
        <p:spPr>
          <a:xfrm>
            <a:off x="936345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1440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960120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1441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983894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1442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007668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1443</a:t>
            </a:r>
          </a:p>
        </p:txBody>
      </p:sp>
      <p:sp>
        <p:nvSpPr>
          <p:cNvPr id="1445" name="TextBox 1444"/>
          <p:cNvSpPr txBox="1"/>
          <p:nvPr/>
        </p:nvSpPr>
        <p:spPr>
          <a:xfrm>
            <a:off x="1031443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1444</a:t>
            </a:r>
          </a:p>
        </p:txBody>
      </p:sp>
      <p:sp>
        <p:nvSpPr>
          <p:cNvPr id="1446" name="TextBox 1445"/>
          <p:cNvSpPr txBox="1"/>
          <p:nvPr/>
        </p:nvSpPr>
        <p:spPr>
          <a:xfrm>
            <a:off x="1055217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1445</a:t>
            </a:r>
          </a:p>
        </p:txBody>
      </p:sp>
      <p:sp>
        <p:nvSpPr>
          <p:cNvPr id="1447" name="TextBox 1446"/>
          <p:cNvSpPr txBox="1"/>
          <p:nvPr/>
        </p:nvSpPr>
        <p:spPr>
          <a:xfrm>
            <a:off x="10789920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1446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11027664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1447</a:t>
            </a:r>
          </a:p>
        </p:txBody>
      </p:sp>
      <p:sp>
        <p:nvSpPr>
          <p:cNvPr id="1449" name="TextBox 1448"/>
          <p:cNvSpPr txBox="1"/>
          <p:nvPr/>
        </p:nvSpPr>
        <p:spPr>
          <a:xfrm>
            <a:off x="11265408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1448</a:t>
            </a:r>
          </a:p>
        </p:txBody>
      </p:sp>
      <p:sp>
        <p:nvSpPr>
          <p:cNvPr id="1450" name="TextBox 1449"/>
          <p:cNvSpPr txBox="1"/>
          <p:nvPr/>
        </p:nvSpPr>
        <p:spPr>
          <a:xfrm>
            <a:off x="11503152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1449</a:t>
            </a:r>
          </a:p>
        </p:txBody>
      </p:sp>
      <p:sp>
        <p:nvSpPr>
          <p:cNvPr id="1451" name="TextBox 1450"/>
          <p:cNvSpPr txBox="1"/>
          <p:nvPr/>
        </p:nvSpPr>
        <p:spPr>
          <a:xfrm>
            <a:off x="11740896" y="470001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1450</a:t>
            </a:r>
          </a:p>
        </p:txBody>
      </p:sp>
      <p:sp>
        <p:nvSpPr>
          <p:cNvPr id="1452" name="TextBox 1451"/>
          <p:cNvSpPr txBox="1"/>
          <p:nvPr/>
        </p:nvSpPr>
        <p:spPr>
          <a:xfrm>
            <a:off x="9144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1451</a:t>
            </a:r>
          </a:p>
        </p:txBody>
      </p:sp>
      <p:sp>
        <p:nvSpPr>
          <p:cNvPr id="1453" name="TextBox 1452"/>
          <p:cNvSpPr txBox="1"/>
          <p:nvPr/>
        </p:nvSpPr>
        <p:spPr>
          <a:xfrm>
            <a:off x="32918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1452</a:t>
            </a:r>
          </a:p>
        </p:txBody>
      </p:sp>
      <p:sp>
        <p:nvSpPr>
          <p:cNvPr id="1454" name="TextBox 1453"/>
          <p:cNvSpPr txBox="1"/>
          <p:nvPr/>
        </p:nvSpPr>
        <p:spPr>
          <a:xfrm>
            <a:off x="56692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1453</a:t>
            </a:r>
          </a:p>
        </p:txBody>
      </p:sp>
      <p:sp>
        <p:nvSpPr>
          <p:cNvPr id="1455" name="TextBox 1454"/>
          <p:cNvSpPr txBox="1"/>
          <p:nvPr/>
        </p:nvSpPr>
        <p:spPr>
          <a:xfrm>
            <a:off x="80467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1454</a:t>
            </a:r>
          </a:p>
        </p:txBody>
      </p:sp>
      <p:sp>
        <p:nvSpPr>
          <p:cNvPr id="1456" name="TextBox 1455"/>
          <p:cNvSpPr txBox="1"/>
          <p:nvPr/>
        </p:nvSpPr>
        <p:spPr>
          <a:xfrm>
            <a:off x="104241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1455</a:t>
            </a:r>
          </a:p>
        </p:txBody>
      </p:sp>
      <p:sp>
        <p:nvSpPr>
          <p:cNvPr id="1457" name="TextBox 1456"/>
          <p:cNvSpPr txBox="1"/>
          <p:nvPr/>
        </p:nvSpPr>
        <p:spPr>
          <a:xfrm>
            <a:off x="128016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1456</a:t>
            </a:r>
          </a:p>
        </p:txBody>
      </p:sp>
      <p:sp>
        <p:nvSpPr>
          <p:cNvPr id="1458" name="TextBox 1457"/>
          <p:cNvSpPr txBox="1"/>
          <p:nvPr/>
        </p:nvSpPr>
        <p:spPr>
          <a:xfrm>
            <a:off x="151790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1457</a:t>
            </a:r>
          </a:p>
        </p:txBody>
      </p:sp>
      <p:sp>
        <p:nvSpPr>
          <p:cNvPr id="1459" name="TextBox 1458"/>
          <p:cNvSpPr txBox="1"/>
          <p:nvPr/>
        </p:nvSpPr>
        <p:spPr>
          <a:xfrm>
            <a:off x="175564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1458</a:t>
            </a:r>
          </a:p>
        </p:txBody>
      </p:sp>
      <p:sp>
        <p:nvSpPr>
          <p:cNvPr id="1460" name="TextBox 1459"/>
          <p:cNvSpPr txBox="1"/>
          <p:nvPr/>
        </p:nvSpPr>
        <p:spPr>
          <a:xfrm>
            <a:off x="199339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1459</a:t>
            </a:r>
          </a:p>
        </p:txBody>
      </p:sp>
      <p:sp>
        <p:nvSpPr>
          <p:cNvPr id="1461" name="TextBox 1460"/>
          <p:cNvSpPr txBox="1"/>
          <p:nvPr/>
        </p:nvSpPr>
        <p:spPr>
          <a:xfrm>
            <a:off x="223113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1460</a:t>
            </a:r>
          </a:p>
        </p:txBody>
      </p:sp>
      <p:sp>
        <p:nvSpPr>
          <p:cNvPr id="1462" name="TextBox 1461"/>
          <p:cNvSpPr txBox="1"/>
          <p:nvPr/>
        </p:nvSpPr>
        <p:spPr>
          <a:xfrm>
            <a:off x="246888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1461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270662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1462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294436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1463</a:t>
            </a:r>
          </a:p>
        </p:txBody>
      </p:sp>
      <p:sp>
        <p:nvSpPr>
          <p:cNvPr id="1465" name="TextBox 1464"/>
          <p:cNvSpPr txBox="1"/>
          <p:nvPr/>
        </p:nvSpPr>
        <p:spPr>
          <a:xfrm>
            <a:off x="318211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1464</a:t>
            </a:r>
          </a:p>
        </p:txBody>
      </p:sp>
      <p:sp>
        <p:nvSpPr>
          <p:cNvPr id="1466" name="TextBox 1465"/>
          <p:cNvSpPr txBox="1"/>
          <p:nvPr/>
        </p:nvSpPr>
        <p:spPr>
          <a:xfrm>
            <a:off x="341985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365760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1466</a:t>
            </a:r>
          </a:p>
        </p:txBody>
      </p:sp>
      <p:sp>
        <p:nvSpPr>
          <p:cNvPr id="1468" name="TextBox 1467"/>
          <p:cNvSpPr txBox="1"/>
          <p:nvPr/>
        </p:nvSpPr>
        <p:spPr>
          <a:xfrm>
            <a:off x="389534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1467</a:t>
            </a:r>
          </a:p>
        </p:txBody>
      </p:sp>
      <p:sp>
        <p:nvSpPr>
          <p:cNvPr id="1469" name="TextBox 1468"/>
          <p:cNvSpPr txBox="1"/>
          <p:nvPr/>
        </p:nvSpPr>
        <p:spPr>
          <a:xfrm>
            <a:off x="4133087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1468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4370831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1469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460857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1470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484632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1471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508406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1472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532180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1473</a:t>
            </a:r>
          </a:p>
        </p:txBody>
      </p:sp>
      <p:sp>
        <p:nvSpPr>
          <p:cNvPr id="1475" name="TextBox 1474"/>
          <p:cNvSpPr txBox="1"/>
          <p:nvPr/>
        </p:nvSpPr>
        <p:spPr>
          <a:xfrm>
            <a:off x="555955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1474</a:t>
            </a:r>
          </a:p>
        </p:txBody>
      </p:sp>
      <p:sp>
        <p:nvSpPr>
          <p:cNvPr id="1476" name="TextBox 1475"/>
          <p:cNvSpPr txBox="1"/>
          <p:nvPr/>
        </p:nvSpPr>
        <p:spPr>
          <a:xfrm>
            <a:off x="579729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1475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603504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1476</a:t>
            </a:r>
          </a:p>
        </p:txBody>
      </p:sp>
      <p:sp>
        <p:nvSpPr>
          <p:cNvPr id="1478" name="TextBox 1477"/>
          <p:cNvSpPr txBox="1"/>
          <p:nvPr/>
        </p:nvSpPr>
        <p:spPr>
          <a:xfrm>
            <a:off x="6272783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1477</a:t>
            </a:r>
          </a:p>
        </p:txBody>
      </p:sp>
      <p:sp>
        <p:nvSpPr>
          <p:cNvPr id="1479" name="TextBox 1478"/>
          <p:cNvSpPr txBox="1"/>
          <p:nvPr/>
        </p:nvSpPr>
        <p:spPr>
          <a:xfrm>
            <a:off x="651052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1478</a:t>
            </a:r>
          </a:p>
        </p:txBody>
      </p:sp>
      <p:sp>
        <p:nvSpPr>
          <p:cNvPr id="1480" name="TextBox 1479"/>
          <p:cNvSpPr txBox="1"/>
          <p:nvPr/>
        </p:nvSpPr>
        <p:spPr>
          <a:xfrm>
            <a:off x="674827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1479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698601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1480</a:t>
            </a:r>
          </a:p>
        </p:txBody>
      </p:sp>
      <p:sp>
        <p:nvSpPr>
          <p:cNvPr id="1482" name="TextBox 1481"/>
          <p:cNvSpPr txBox="1"/>
          <p:nvPr/>
        </p:nvSpPr>
        <p:spPr>
          <a:xfrm>
            <a:off x="722376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1481</a:t>
            </a:r>
          </a:p>
        </p:txBody>
      </p:sp>
      <p:sp>
        <p:nvSpPr>
          <p:cNvPr id="1483" name="TextBox 1482"/>
          <p:cNvSpPr txBox="1"/>
          <p:nvPr/>
        </p:nvSpPr>
        <p:spPr>
          <a:xfrm>
            <a:off x="746150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1482</a:t>
            </a:r>
          </a:p>
        </p:txBody>
      </p:sp>
      <p:sp>
        <p:nvSpPr>
          <p:cNvPr id="1484" name="TextBox 1483"/>
          <p:cNvSpPr txBox="1"/>
          <p:nvPr/>
        </p:nvSpPr>
        <p:spPr>
          <a:xfrm>
            <a:off x="769924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1483</a:t>
            </a:r>
          </a:p>
        </p:txBody>
      </p:sp>
      <p:sp>
        <p:nvSpPr>
          <p:cNvPr id="1485" name="TextBox 1484"/>
          <p:cNvSpPr txBox="1"/>
          <p:nvPr/>
        </p:nvSpPr>
        <p:spPr>
          <a:xfrm>
            <a:off x="793699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1484</a:t>
            </a:r>
          </a:p>
        </p:txBody>
      </p:sp>
      <p:sp>
        <p:nvSpPr>
          <p:cNvPr id="1486" name="TextBox 1485"/>
          <p:cNvSpPr txBox="1"/>
          <p:nvPr/>
        </p:nvSpPr>
        <p:spPr>
          <a:xfrm>
            <a:off x="817473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1485</a:t>
            </a:r>
          </a:p>
        </p:txBody>
      </p:sp>
      <p:sp>
        <p:nvSpPr>
          <p:cNvPr id="1487" name="TextBox 1486"/>
          <p:cNvSpPr txBox="1"/>
          <p:nvPr/>
        </p:nvSpPr>
        <p:spPr>
          <a:xfrm>
            <a:off x="841248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1486</a:t>
            </a:r>
          </a:p>
        </p:txBody>
      </p:sp>
      <p:sp>
        <p:nvSpPr>
          <p:cNvPr id="1488" name="TextBox 1487"/>
          <p:cNvSpPr txBox="1"/>
          <p:nvPr/>
        </p:nvSpPr>
        <p:spPr>
          <a:xfrm>
            <a:off x="865022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1487</a:t>
            </a:r>
          </a:p>
        </p:txBody>
      </p:sp>
      <p:sp>
        <p:nvSpPr>
          <p:cNvPr id="1489" name="TextBox 1488"/>
          <p:cNvSpPr txBox="1"/>
          <p:nvPr/>
        </p:nvSpPr>
        <p:spPr>
          <a:xfrm>
            <a:off x="888796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1488</a:t>
            </a:r>
          </a:p>
        </p:txBody>
      </p:sp>
      <p:sp>
        <p:nvSpPr>
          <p:cNvPr id="1490" name="TextBox 1489"/>
          <p:cNvSpPr txBox="1"/>
          <p:nvPr/>
        </p:nvSpPr>
        <p:spPr>
          <a:xfrm>
            <a:off x="912571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1489</a:t>
            </a:r>
          </a:p>
        </p:txBody>
      </p:sp>
      <p:sp>
        <p:nvSpPr>
          <p:cNvPr id="1491" name="TextBox 1490"/>
          <p:cNvSpPr txBox="1"/>
          <p:nvPr/>
        </p:nvSpPr>
        <p:spPr>
          <a:xfrm>
            <a:off x="936345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1490</a:t>
            </a:r>
          </a:p>
        </p:txBody>
      </p:sp>
      <p:sp>
        <p:nvSpPr>
          <p:cNvPr id="1492" name="TextBox 1491"/>
          <p:cNvSpPr txBox="1"/>
          <p:nvPr/>
        </p:nvSpPr>
        <p:spPr>
          <a:xfrm>
            <a:off x="960120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1491</a:t>
            </a:r>
          </a:p>
        </p:txBody>
      </p:sp>
      <p:sp>
        <p:nvSpPr>
          <p:cNvPr id="1493" name="TextBox 1492"/>
          <p:cNvSpPr txBox="1"/>
          <p:nvPr/>
        </p:nvSpPr>
        <p:spPr>
          <a:xfrm>
            <a:off x="983894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1492</a:t>
            </a:r>
          </a:p>
        </p:txBody>
      </p:sp>
      <p:sp>
        <p:nvSpPr>
          <p:cNvPr id="1494" name="TextBox 1493"/>
          <p:cNvSpPr txBox="1"/>
          <p:nvPr/>
        </p:nvSpPr>
        <p:spPr>
          <a:xfrm>
            <a:off x="1007668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1493</a:t>
            </a:r>
          </a:p>
        </p:txBody>
      </p:sp>
      <p:sp>
        <p:nvSpPr>
          <p:cNvPr id="1495" name="TextBox 1494"/>
          <p:cNvSpPr txBox="1"/>
          <p:nvPr/>
        </p:nvSpPr>
        <p:spPr>
          <a:xfrm>
            <a:off x="1031443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1494</a:t>
            </a:r>
          </a:p>
        </p:txBody>
      </p:sp>
      <p:sp>
        <p:nvSpPr>
          <p:cNvPr id="1496" name="TextBox 1495"/>
          <p:cNvSpPr txBox="1"/>
          <p:nvPr/>
        </p:nvSpPr>
        <p:spPr>
          <a:xfrm>
            <a:off x="1055217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1495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0789920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1496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027664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1497</a:t>
            </a:r>
          </a:p>
        </p:txBody>
      </p:sp>
      <p:sp>
        <p:nvSpPr>
          <p:cNvPr id="1499" name="TextBox 1498"/>
          <p:cNvSpPr txBox="1"/>
          <p:nvPr/>
        </p:nvSpPr>
        <p:spPr>
          <a:xfrm>
            <a:off x="11265408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1498</a:t>
            </a:r>
          </a:p>
        </p:txBody>
      </p:sp>
      <p:sp>
        <p:nvSpPr>
          <p:cNvPr id="1500" name="TextBox 1499"/>
          <p:cNvSpPr txBox="1"/>
          <p:nvPr/>
        </p:nvSpPr>
        <p:spPr>
          <a:xfrm>
            <a:off x="11503152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1499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40896" y="486460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1500</a:t>
            </a:r>
          </a:p>
        </p:txBody>
      </p:sp>
      <p:sp>
        <p:nvSpPr>
          <p:cNvPr id="1502" name="TextBox 1501"/>
          <p:cNvSpPr txBox="1"/>
          <p:nvPr/>
        </p:nvSpPr>
        <p:spPr>
          <a:xfrm>
            <a:off x="9144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1501</a:t>
            </a:r>
          </a:p>
        </p:txBody>
      </p:sp>
      <p:sp>
        <p:nvSpPr>
          <p:cNvPr id="1503" name="TextBox 1502"/>
          <p:cNvSpPr txBox="1"/>
          <p:nvPr/>
        </p:nvSpPr>
        <p:spPr>
          <a:xfrm>
            <a:off x="32918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1502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56692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1503</a:t>
            </a:r>
          </a:p>
        </p:txBody>
      </p:sp>
      <p:sp>
        <p:nvSpPr>
          <p:cNvPr id="1505" name="TextBox 1504"/>
          <p:cNvSpPr txBox="1"/>
          <p:nvPr/>
        </p:nvSpPr>
        <p:spPr>
          <a:xfrm>
            <a:off x="80467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1504</a:t>
            </a:r>
          </a:p>
        </p:txBody>
      </p:sp>
      <p:sp>
        <p:nvSpPr>
          <p:cNvPr id="1506" name="TextBox 1505"/>
          <p:cNvSpPr txBox="1"/>
          <p:nvPr/>
        </p:nvSpPr>
        <p:spPr>
          <a:xfrm>
            <a:off x="104241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1505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28016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1506</a:t>
            </a:r>
          </a:p>
        </p:txBody>
      </p:sp>
      <p:sp>
        <p:nvSpPr>
          <p:cNvPr id="1508" name="TextBox 1507"/>
          <p:cNvSpPr txBox="1"/>
          <p:nvPr/>
        </p:nvSpPr>
        <p:spPr>
          <a:xfrm>
            <a:off x="151790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1507</a:t>
            </a:r>
          </a:p>
        </p:txBody>
      </p:sp>
      <p:sp>
        <p:nvSpPr>
          <p:cNvPr id="1509" name="TextBox 1508"/>
          <p:cNvSpPr txBox="1"/>
          <p:nvPr/>
        </p:nvSpPr>
        <p:spPr>
          <a:xfrm>
            <a:off x="175564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1508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99339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1509</a:t>
            </a:r>
          </a:p>
        </p:txBody>
      </p:sp>
      <p:sp>
        <p:nvSpPr>
          <p:cNvPr id="1511" name="TextBox 1510"/>
          <p:cNvSpPr txBox="1"/>
          <p:nvPr/>
        </p:nvSpPr>
        <p:spPr>
          <a:xfrm>
            <a:off x="223113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1510</a:t>
            </a:r>
          </a:p>
        </p:txBody>
      </p:sp>
      <p:sp>
        <p:nvSpPr>
          <p:cNvPr id="1512" name="TextBox 1511"/>
          <p:cNvSpPr txBox="1"/>
          <p:nvPr/>
        </p:nvSpPr>
        <p:spPr>
          <a:xfrm>
            <a:off x="246888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270662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1512</a:t>
            </a:r>
          </a:p>
        </p:txBody>
      </p:sp>
      <p:sp>
        <p:nvSpPr>
          <p:cNvPr id="1514" name="TextBox 1513"/>
          <p:cNvSpPr txBox="1"/>
          <p:nvPr/>
        </p:nvSpPr>
        <p:spPr>
          <a:xfrm>
            <a:off x="294436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1513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318211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1514</a:t>
            </a:r>
          </a:p>
        </p:txBody>
      </p:sp>
      <p:sp>
        <p:nvSpPr>
          <p:cNvPr id="1516" name="TextBox 1515"/>
          <p:cNvSpPr txBox="1"/>
          <p:nvPr/>
        </p:nvSpPr>
        <p:spPr>
          <a:xfrm>
            <a:off x="341985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1515</a:t>
            </a:r>
          </a:p>
        </p:txBody>
      </p:sp>
      <p:sp>
        <p:nvSpPr>
          <p:cNvPr id="1517" name="TextBox 1516"/>
          <p:cNvSpPr txBox="1"/>
          <p:nvPr/>
        </p:nvSpPr>
        <p:spPr>
          <a:xfrm>
            <a:off x="365760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1516</a:t>
            </a:r>
          </a:p>
        </p:txBody>
      </p:sp>
      <p:sp>
        <p:nvSpPr>
          <p:cNvPr id="1518" name="TextBox 1517"/>
          <p:cNvSpPr txBox="1"/>
          <p:nvPr/>
        </p:nvSpPr>
        <p:spPr>
          <a:xfrm>
            <a:off x="389534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1517</a:t>
            </a:r>
          </a:p>
        </p:txBody>
      </p:sp>
      <p:sp>
        <p:nvSpPr>
          <p:cNvPr id="1519" name="TextBox 1518"/>
          <p:cNvSpPr txBox="1"/>
          <p:nvPr/>
        </p:nvSpPr>
        <p:spPr>
          <a:xfrm>
            <a:off x="4133087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1518</a:t>
            </a:r>
          </a:p>
        </p:txBody>
      </p:sp>
      <p:sp>
        <p:nvSpPr>
          <p:cNvPr id="1520" name="TextBox 1519"/>
          <p:cNvSpPr txBox="1"/>
          <p:nvPr/>
        </p:nvSpPr>
        <p:spPr>
          <a:xfrm>
            <a:off x="4370831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1519</a:t>
            </a:r>
          </a:p>
        </p:txBody>
      </p:sp>
      <p:sp>
        <p:nvSpPr>
          <p:cNvPr id="1521" name="TextBox 1520"/>
          <p:cNvSpPr txBox="1"/>
          <p:nvPr/>
        </p:nvSpPr>
        <p:spPr>
          <a:xfrm>
            <a:off x="460857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1520</a:t>
            </a:r>
          </a:p>
        </p:txBody>
      </p:sp>
      <p:sp>
        <p:nvSpPr>
          <p:cNvPr id="1522" name="TextBox 1521"/>
          <p:cNvSpPr txBox="1"/>
          <p:nvPr/>
        </p:nvSpPr>
        <p:spPr>
          <a:xfrm>
            <a:off x="484632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1521</a:t>
            </a:r>
          </a:p>
        </p:txBody>
      </p:sp>
      <p:sp>
        <p:nvSpPr>
          <p:cNvPr id="1523" name="TextBox 1522"/>
          <p:cNvSpPr txBox="1"/>
          <p:nvPr/>
        </p:nvSpPr>
        <p:spPr>
          <a:xfrm>
            <a:off x="508406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1522</a:t>
            </a:r>
          </a:p>
        </p:txBody>
      </p:sp>
      <p:sp>
        <p:nvSpPr>
          <p:cNvPr id="1524" name="TextBox 1523"/>
          <p:cNvSpPr txBox="1"/>
          <p:nvPr/>
        </p:nvSpPr>
        <p:spPr>
          <a:xfrm>
            <a:off x="532180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1523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555955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1524</a:t>
            </a:r>
          </a:p>
        </p:txBody>
      </p:sp>
      <p:sp>
        <p:nvSpPr>
          <p:cNvPr id="1526" name="TextBox 1525"/>
          <p:cNvSpPr txBox="1"/>
          <p:nvPr/>
        </p:nvSpPr>
        <p:spPr>
          <a:xfrm>
            <a:off x="579729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1525</a:t>
            </a:r>
          </a:p>
        </p:txBody>
      </p:sp>
      <p:sp>
        <p:nvSpPr>
          <p:cNvPr id="1527" name="TextBox 1526"/>
          <p:cNvSpPr txBox="1"/>
          <p:nvPr/>
        </p:nvSpPr>
        <p:spPr>
          <a:xfrm>
            <a:off x="603504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1526</a:t>
            </a:r>
          </a:p>
        </p:txBody>
      </p:sp>
      <p:sp>
        <p:nvSpPr>
          <p:cNvPr id="1528" name="TextBox 1527"/>
          <p:cNvSpPr txBox="1"/>
          <p:nvPr/>
        </p:nvSpPr>
        <p:spPr>
          <a:xfrm>
            <a:off x="6272783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1527</a:t>
            </a:r>
          </a:p>
        </p:txBody>
      </p:sp>
      <p:sp>
        <p:nvSpPr>
          <p:cNvPr id="1529" name="TextBox 1528"/>
          <p:cNvSpPr txBox="1"/>
          <p:nvPr/>
        </p:nvSpPr>
        <p:spPr>
          <a:xfrm>
            <a:off x="651052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1528</a:t>
            </a:r>
          </a:p>
        </p:txBody>
      </p:sp>
      <p:sp>
        <p:nvSpPr>
          <p:cNvPr id="1530" name="TextBox 1529"/>
          <p:cNvSpPr txBox="1"/>
          <p:nvPr/>
        </p:nvSpPr>
        <p:spPr>
          <a:xfrm>
            <a:off x="674827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1529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698601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1530</a:t>
            </a:r>
          </a:p>
        </p:txBody>
      </p:sp>
      <p:sp>
        <p:nvSpPr>
          <p:cNvPr id="1532" name="TextBox 1531"/>
          <p:cNvSpPr txBox="1"/>
          <p:nvPr/>
        </p:nvSpPr>
        <p:spPr>
          <a:xfrm>
            <a:off x="722376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1531</a:t>
            </a:r>
          </a:p>
        </p:txBody>
      </p:sp>
      <p:sp>
        <p:nvSpPr>
          <p:cNvPr id="1533" name="TextBox 1532"/>
          <p:cNvSpPr txBox="1"/>
          <p:nvPr/>
        </p:nvSpPr>
        <p:spPr>
          <a:xfrm>
            <a:off x="746150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1532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769924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1533</a:t>
            </a:r>
          </a:p>
        </p:txBody>
      </p:sp>
      <p:sp>
        <p:nvSpPr>
          <p:cNvPr id="1535" name="TextBox 1534"/>
          <p:cNvSpPr txBox="1"/>
          <p:nvPr/>
        </p:nvSpPr>
        <p:spPr>
          <a:xfrm>
            <a:off x="793699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1534</a:t>
            </a:r>
          </a:p>
        </p:txBody>
      </p:sp>
      <p:sp>
        <p:nvSpPr>
          <p:cNvPr id="1536" name="TextBox 1535"/>
          <p:cNvSpPr txBox="1"/>
          <p:nvPr/>
        </p:nvSpPr>
        <p:spPr>
          <a:xfrm>
            <a:off x="817473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1535</a:t>
            </a:r>
          </a:p>
        </p:txBody>
      </p:sp>
      <p:sp>
        <p:nvSpPr>
          <p:cNvPr id="1537" name="TextBox 1536"/>
          <p:cNvSpPr txBox="1"/>
          <p:nvPr/>
        </p:nvSpPr>
        <p:spPr>
          <a:xfrm>
            <a:off x="841248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1536</a:t>
            </a:r>
          </a:p>
        </p:txBody>
      </p:sp>
      <p:sp>
        <p:nvSpPr>
          <p:cNvPr id="1538" name="TextBox 1537"/>
          <p:cNvSpPr txBox="1"/>
          <p:nvPr/>
        </p:nvSpPr>
        <p:spPr>
          <a:xfrm>
            <a:off x="865022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1537</a:t>
            </a:r>
          </a:p>
        </p:txBody>
      </p:sp>
      <p:sp>
        <p:nvSpPr>
          <p:cNvPr id="1539" name="TextBox 1538"/>
          <p:cNvSpPr txBox="1"/>
          <p:nvPr/>
        </p:nvSpPr>
        <p:spPr>
          <a:xfrm>
            <a:off x="888796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1538</a:t>
            </a:r>
          </a:p>
        </p:txBody>
      </p:sp>
      <p:sp>
        <p:nvSpPr>
          <p:cNvPr id="1540" name="TextBox 1539"/>
          <p:cNvSpPr txBox="1"/>
          <p:nvPr/>
        </p:nvSpPr>
        <p:spPr>
          <a:xfrm>
            <a:off x="912571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1539</a:t>
            </a:r>
          </a:p>
        </p:txBody>
      </p:sp>
      <p:sp>
        <p:nvSpPr>
          <p:cNvPr id="1541" name="TextBox 1540"/>
          <p:cNvSpPr txBox="1"/>
          <p:nvPr/>
        </p:nvSpPr>
        <p:spPr>
          <a:xfrm>
            <a:off x="936345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1540</a:t>
            </a:r>
          </a:p>
        </p:txBody>
      </p:sp>
      <p:sp>
        <p:nvSpPr>
          <p:cNvPr id="1542" name="TextBox 1541"/>
          <p:cNvSpPr txBox="1"/>
          <p:nvPr/>
        </p:nvSpPr>
        <p:spPr>
          <a:xfrm>
            <a:off x="960120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1541</a:t>
            </a:r>
          </a:p>
        </p:txBody>
      </p:sp>
      <p:sp>
        <p:nvSpPr>
          <p:cNvPr id="1543" name="TextBox 1542"/>
          <p:cNvSpPr txBox="1"/>
          <p:nvPr/>
        </p:nvSpPr>
        <p:spPr>
          <a:xfrm>
            <a:off x="983894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1542</a:t>
            </a:r>
          </a:p>
        </p:txBody>
      </p:sp>
      <p:sp>
        <p:nvSpPr>
          <p:cNvPr id="1544" name="TextBox 1543"/>
          <p:cNvSpPr txBox="1"/>
          <p:nvPr/>
        </p:nvSpPr>
        <p:spPr>
          <a:xfrm>
            <a:off x="1007668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1543</a:t>
            </a:r>
          </a:p>
        </p:txBody>
      </p:sp>
      <p:sp>
        <p:nvSpPr>
          <p:cNvPr id="1545" name="TextBox 1544"/>
          <p:cNvSpPr txBox="1"/>
          <p:nvPr/>
        </p:nvSpPr>
        <p:spPr>
          <a:xfrm>
            <a:off x="1031443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1544</a:t>
            </a:r>
          </a:p>
        </p:txBody>
      </p:sp>
      <p:sp>
        <p:nvSpPr>
          <p:cNvPr id="1546" name="TextBox 1545"/>
          <p:cNvSpPr txBox="1"/>
          <p:nvPr/>
        </p:nvSpPr>
        <p:spPr>
          <a:xfrm>
            <a:off x="1055217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1545</a:t>
            </a:r>
          </a:p>
        </p:txBody>
      </p:sp>
      <p:sp>
        <p:nvSpPr>
          <p:cNvPr id="1547" name="TextBox 1546"/>
          <p:cNvSpPr txBox="1"/>
          <p:nvPr/>
        </p:nvSpPr>
        <p:spPr>
          <a:xfrm>
            <a:off x="10789920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1546</a:t>
            </a:r>
          </a:p>
        </p:txBody>
      </p:sp>
      <p:sp>
        <p:nvSpPr>
          <p:cNvPr id="1548" name="TextBox 1547"/>
          <p:cNvSpPr txBox="1"/>
          <p:nvPr/>
        </p:nvSpPr>
        <p:spPr>
          <a:xfrm>
            <a:off x="11027664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1547</a:t>
            </a:r>
          </a:p>
        </p:txBody>
      </p:sp>
      <p:sp>
        <p:nvSpPr>
          <p:cNvPr id="1549" name="TextBox 1548"/>
          <p:cNvSpPr txBox="1"/>
          <p:nvPr/>
        </p:nvSpPr>
        <p:spPr>
          <a:xfrm>
            <a:off x="11265408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1548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11503152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1549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11740896" y="502919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1550</a:t>
            </a:r>
          </a:p>
        </p:txBody>
      </p:sp>
      <p:sp>
        <p:nvSpPr>
          <p:cNvPr id="1552" name="TextBox 1551"/>
          <p:cNvSpPr txBox="1"/>
          <p:nvPr/>
        </p:nvSpPr>
        <p:spPr>
          <a:xfrm>
            <a:off x="9144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1551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32918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1552</a:t>
            </a:r>
          </a:p>
        </p:txBody>
      </p:sp>
      <p:sp>
        <p:nvSpPr>
          <p:cNvPr id="1554" name="TextBox 1553"/>
          <p:cNvSpPr txBox="1"/>
          <p:nvPr/>
        </p:nvSpPr>
        <p:spPr>
          <a:xfrm>
            <a:off x="56692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1553</a:t>
            </a:r>
          </a:p>
        </p:txBody>
      </p:sp>
      <p:sp>
        <p:nvSpPr>
          <p:cNvPr id="1555" name="TextBox 1554"/>
          <p:cNvSpPr txBox="1"/>
          <p:nvPr/>
        </p:nvSpPr>
        <p:spPr>
          <a:xfrm>
            <a:off x="80467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1554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104241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1555</a:t>
            </a:r>
          </a:p>
        </p:txBody>
      </p:sp>
      <p:sp>
        <p:nvSpPr>
          <p:cNvPr id="1557" name="TextBox 1556"/>
          <p:cNvSpPr txBox="1"/>
          <p:nvPr/>
        </p:nvSpPr>
        <p:spPr>
          <a:xfrm>
            <a:off x="128016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1556</a:t>
            </a:r>
          </a:p>
        </p:txBody>
      </p:sp>
      <p:sp>
        <p:nvSpPr>
          <p:cNvPr id="1558" name="TextBox 1557"/>
          <p:cNvSpPr txBox="1"/>
          <p:nvPr/>
        </p:nvSpPr>
        <p:spPr>
          <a:xfrm>
            <a:off x="151790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1557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175564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1558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199339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1559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223113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1560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246888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1561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270662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1562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294436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1563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318211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1564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341985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1565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365760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1566</a:t>
            </a:r>
          </a:p>
        </p:txBody>
      </p:sp>
      <p:sp>
        <p:nvSpPr>
          <p:cNvPr id="1568" name="TextBox 1567"/>
          <p:cNvSpPr txBox="1"/>
          <p:nvPr/>
        </p:nvSpPr>
        <p:spPr>
          <a:xfrm>
            <a:off x="389534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1567</a:t>
            </a:r>
          </a:p>
        </p:txBody>
      </p:sp>
      <p:sp>
        <p:nvSpPr>
          <p:cNvPr id="1569" name="TextBox 1568"/>
          <p:cNvSpPr txBox="1"/>
          <p:nvPr/>
        </p:nvSpPr>
        <p:spPr>
          <a:xfrm>
            <a:off x="4133087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1568</a:t>
            </a:r>
          </a:p>
        </p:txBody>
      </p:sp>
      <p:sp>
        <p:nvSpPr>
          <p:cNvPr id="1570" name="TextBox 1569"/>
          <p:cNvSpPr txBox="1"/>
          <p:nvPr/>
        </p:nvSpPr>
        <p:spPr>
          <a:xfrm>
            <a:off x="4370831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1569</a:t>
            </a:r>
          </a:p>
        </p:txBody>
      </p:sp>
      <p:sp>
        <p:nvSpPr>
          <p:cNvPr id="1571" name="TextBox 1570"/>
          <p:cNvSpPr txBox="1"/>
          <p:nvPr/>
        </p:nvSpPr>
        <p:spPr>
          <a:xfrm>
            <a:off x="460857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1570</a:t>
            </a:r>
          </a:p>
        </p:txBody>
      </p:sp>
      <p:sp>
        <p:nvSpPr>
          <p:cNvPr id="1572" name="TextBox 1571"/>
          <p:cNvSpPr txBox="1"/>
          <p:nvPr/>
        </p:nvSpPr>
        <p:spPr>
          <a:xfrm>
            <a:off x="484632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1571</a:t>
            </a:r>
          </a:p>
        </p:txBody>
      </p:sp>
      <p:sp>
        <p:nvSpPr>
          <p:cNvPr id="1573" name="TextBox 1572"/>
          <p:cNvSpPr txBox="1"/>
          <p:nvPr/>
        </p:nvSpPr>
        <p:spPr>
          <a:xfrm>
            <a:off x="508406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1572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532180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1573</a:t>
            </a:r>
          </a:p>
        </p:txBody>
      </p:sp>
      <p:sp>
        <p:nvSpPr>
          <p:cNvPr id="1575" name="TextBox 1574"/>
          <p:cNvSpPr txBox="1"/>
          <p:nvPr/>
        </p:nvSpPr>
        <p:spPr>
          <a:xfrm>
            <a:off x="555955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1574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579729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1575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603504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1576</a:t>
            </a:r>
          </a:p>
        </p:txBody>
      </p:sp>
      <p:sp>
        <p:nvSpPr>
          <p:cNvPr id="1578" name="TextBox 1577"/>
          <p:cNvSpPr txBox="1"/>
          <p:nvPr/>
        </p:nvSpPr>
        <p:spPr>
          <a:xfrm>
            <a:off x="6272783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1577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651052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1578</a:t>
            </a:r>
          </a:p>
        </p:txBody>
      </p:sp>
      <p:sp>
        <p:nvSpPr>
          <p:cNvPr id="1580" name="TextBox 1579"/>
          <p:cNvSpPr txBox="1"/>
          <p:nvPr/>
        </p:nvSpPr>
        <p:spPr>
          <a:xfrm>
            <a:off x="674827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1579</a:t>
            </a:r>
          </a:p>
        </p:txBody>
      </p:sp>
      <p:sp>
        <p:nvSpPr>
          <p:cNvPr id="1581" name="TextBox 1580"/>
          <p:cNvSpPr txBox="1"/>
          <p:nvPr/>
        </p:nvSpPr>
        <p:spPr>
          <a:xfrm>
            <a:off x="698601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1580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722376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1581</a:t>
            </a:r>
          </a:p>
        </p:txBody>
      </p:sp>
      <p:sp>
        <p:nvSpPr>
          <p:cNvPr id="1583" name="TextBox 1582"/>
          <p:cNvSpPr txBox="1"/>
          <p:nvPr/>
        </p:nvSpPr>
        <p:spPr>
          <a:xfrm>
            <a:off x="746150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1582</a:t>
            </a:r>
          </a:p>
        </p:txBody>
      </p:sp>
      <p:sp>
        <p:nvSpPr>
          <p:cNvPr id="1584" name="TextBox 1583"/>
          <p:cNvSpPr txBox="1"/>
          <p:nvPr/>
        </p:nvSpPr>
        <p:spPr>
          <a:xfrm>
            <a:off x="769924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1583</a:t>
            </a:r>
          </a:p>
        </p:txBody>
      </p:sp>
      <p:sp>
        <p:nvSpPr>
          <p:cNvPr id="1585" name="TextBox 1584"/>
          <p:cNvSpPr txBox="1"/>
          <p:nvPr/>
        </p:nvSpPr>
        <p:spPr>
          <a:xfrm>
            <a:off x="793699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1584</a:t>
            </a:r>
          </a:p>
        </p:txBody>
      </p:sp>
      <p:sp>
        <p:nvSpPr>
          <p:cNvPr id="1586" name="TextBox 1585"/>
          <p:cNvSpPr txBox="1"/>
          <p:nvPr/>
        </p:nvSpPr>
        <p:spPr>
          <a:xfrm>
            <a:off x="817473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1585</a:t>
            </a:r>
          </a:p>
        </p:txBody>
      </p:sp>
      <p:sp>
        <p:nvSpPr>
          <p:cNvPr id="1587" name="TextBox 1586"/>
          <p:cNvSpPr txBox="1"/>
          <p:nvPr/>
        </p:nvSpPr>
        <p:spPr>
          <a:xfrm>
            <a:off x="841248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1586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865022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1587</a:t>
            </a:r>
          </a:p>
        </p:txBody>
      </p:sp>
      <p:sp>
        <p:nvSpPr>
          <p:cNvPr id="1589" name="TextBox 1588"/>
          <p:cNvSpPr txBox="1"/>
          <p:nvPr/>
        </p:nvSpPr>
        <p:spPr>
          <a:xfrm>
            <a:off x="888796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1588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912571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1589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936345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1590</a:t>
            </a:r>
          </a:p>
        </p:txBody>
      </p:sp>
      <p:sp>
        <p:nvSpPr>
          <p:cNvPr id="1592" name="TextBox 1591"/>
          <p:cNvSpPr txBox="1"/>
          <p:nvPr/>
        </p:nvSpPr>
        <p:spPr>
          <a:xfrm>
            <a:off x="960120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1591</a:t>
            </a:r>
          </a:p>
        </p:txBody>
      </p:sp>
      <p:sp>
        <p:nvSpPr>
          <p:cNvPr id="1593" name="TextBox 1592"/>
          <p:cNvSpPr txBox="1"/>
          <p:nvPr/>
        </p:nvSpPr>
        <p:spPr>
          <a:xfrm>
            <a:off x="983894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1592</a:t>
            </a:r>
          </a:p>
        </p:txBody>
      </p:sp>
      <p:sp>
        <p:nvSpPr>
          <p:cNvPr id="1594" name="TextBox 1593"/>
          <p:cNvSpPr txBox="1"/>
          <p:nvPr/>
        </p:nvSpPr>
        <p:spPr>
          <a:xfrm>
            <a:off x="1007668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1593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1031443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1594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1055217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1595</a:t>
            </a:r>
          </a:p>
        </p:txBody>
      </p:sp>
      <p:sp>
        <p:nvSpPr>
          <p:cNvPr id="1597" name="TextBox 1596"/>
          <p:cNvSpPr txBox="1"/>
          <p:nvPr/>
        </p:nvSpPr>
        <p:spPr>
          <a:xfrm>
            <a:off x="10789920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1596</a:t>
            </a:r>
          </a:p>
        </p:txBody>
      </p:sp>
      <p:sp>
        <p:nvSpPr>
          <p:cNvPr id="1598" name="TextBox 1597"/>
          <p:cNvSpPr txBox="1"/>
          <p:nvPr/>
        </p:nvSpPr>
        <p:spPr>
          <a:xfrm>
            <a:off x="11027664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1597</a:t>
            </a:r>
          </a:p>
        </p:txBody>
      </p:sp>
      <p:sp>
        <p:nvSpPr>
          <p:cNvPr id="1599" name="TextBox 1598"/>
          <p:cNvSpPr txBox="1"/>
          <p:nvPr/>
        </p:nvSpPr>
        <p:spPr>
          <a:xfrm>
            <a:off x="11265408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1598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11503152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1599</a:t>
            </a:r>
          </a:p>
        </p:txBody>
      </p:sp>
      <p:sp>
        <p:nvSpPr>
          <p:cNvPr id="1601" name="TextBox 1600"/>
          <p:cNvSpPr txBox="1"/>
          <p:nvPr/>
        </p:nvSpPr>
        <p:spPr>
          <a:xfrm>
            <a:off x="11740896" y="5193792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1600</a:t>
            </a:r>
          </a:p>
        </p:txBody>
      </p:sp>
      <p:sp>
        <p:nvSpPr>
          <p:cNvPr id="1602" name="TextBox 1601"/>
          <p:cNvSpPr txBox="1"/>
          <p:nvPr/>
        </p:nvSpPr>
        <p:spPr>
          <a:xfrm>
            <a:off x="9144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1601</a:t>
            </a:r>
          </a:p>
        </p:txBody>
      </p:sp>
      <p:sp>
        <p:nvSpPr>
          <p:cNvPr id="1603" name="TextBox 1602"/>
          <p:cNvSpPr txBox="1"/>
          <p:nvPr/>
        </p:nvSpPr>
        <p:spPr>
          <a:xfrm>
            <a:off x="32918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1602</a:t>
            </a:r>
          </a:p>
        </p:txBody>
      </p:sp>
      <p:sp>
        <p:nvSpPr>
          <p:cNvPr id="1604" name="TextBox 1603"/>
          <p:cNvSpPr txBox="1"/>
          <p:nvPr/>
        </p:nvSpPr>
        <p:spPr>
          <a:xfrm>
            <a:off x="56692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1603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80467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1604</a:t>
            </a:r>
          </a:p>
        </p:txBody>
      </p:sp>
      <p:sp>
        <p:nvSpPr>
          <p:cNvPr id="1606" name="TextBox 1605"/>
          <p:cNvSpPr txBox="1"/>
          <p:nvPr/>
        </p:nvSpPr>
        <p:spPr>
          <a:xfrm>
            <a:off x="104241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1605</a:t>
            </a:r>
          </a:p>
        </p:txBody>
      </p:sp>
      <p:sp>
        <p:nvSpPr>
          <p:cNvPr id="1607" name="TextBox 1606"/>
          <p:cNvSpPr txBox="1"/>
          <p:nvPr/>
        </p:nvSpPr>
        <p:spPr>
          <a:xfrm>
            <a:off x="128016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1606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151790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1607</a:t>
            </a:r>
          </a:p>
        </p:txBody>
      </p:sp>
      <p:sp>
        <p:nvSpPr>
          <p:cNvPr id="1609" name="TextBox 1608"/>
          <p:cNvSpPr txBox="1"/>
          <p:nvPr/>
        </p:nvSpPr>
        <p:spPr>
          <a:xfrm>
            <a:off x="175564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1608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199339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1609</a:t>
            </a:r>
          </a:p>
        </p:txBody>
      </p:sp>
      <p:sp>
        <p:nvSpPr>
          <p:cNvPr id="1611" name="TextBox 1610"/>
          <p:cNvSpPr txBox="1"/>
          <p:nvPr/>
        </p:nvSpPr>
        <p:spPr>
          <a:xfrm>
            <a:off x="223113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1610</a:t>
            </a:r>
          </a:p>
        </p:txBody>
      </p:sp>
      <p:sp>
        <p:nvSpPr>
          <p:cNvPr id="1612" name="TextBox 1611"/>
          <p:cNvSpPr txBox="1"/>
          <p:nvPr/>
        </p:nvSpPr>
        <p:spPr>
          <a:xfrm>
            <a:off x="246888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1611</a:t>
            </a:r>
          </a:p>
        </p:txBody>
      </p:sp>
      <p:sp>
        <p:nvSpPr>
          <p:cNvPr id="1613" name="TextBox 1612"/>
          <p:cNvSpPr txBox="1"/>
          <p:nvPr/>
        </p:nvSpPr>
        <p:spPr>
          <a:xfrm>
            <a:off x="270662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1612</a:t>
            </a:r>
          </a:p>
        </p:txBody>
      </p:sp>
      <p:sp>
        <p:nvSpPr>
          <p:cNvPr id="1614" name="TextBox 1613"/>
          <p:cNvSpPr txBox="1"/>
          <p:nvPr/>
        </p:nvSpPr>
        <p:spPr>
          <a:xfrm>
            <a:off x="294436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1613</a:t>
            </a:r>
          </a:p>
        </p:txBody>
      </p:sp>
      <p:sp>
        <p:nvSpPr>
          <p:cNvPr id="1615" name="TextBox 1614"/>
          <p:cNvSpPr txBox="1"/>
          <p:nvPr/>
        </p:nvSpPr>
        <p:spPr>
          <a:xfrm>
            <a:off x="318211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1614</a:t>
            </a:r>
          </a:p>
        </p:txBody>
      </p:sp>
      <p:sp>
        <p:nvSpPr>
          <p:cNvPr id="1616" name="TextBox 1615"/>
          <p:cNvSpPr txBox="1"/>
          <p:nvPr/>
        </p:nvSpPr>
        <p:spPr>
          <a:xfrm>
            <a:off x="341985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1615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365760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1616</a:t>
            </a:r>
          </a:p>
        </p:txBody>
      </p:sp>
      <p:sp>
        <p:nvSpPr>
          <p:cNvPr id="1618" name="TextBox 1617"/>
          <p:cNvSpPr txBox="1"/>
          <p:nvPr/>
        </p:nvSpPr>
        <p:spPr>
          <a:xfrm>
            <a:off x="389534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1617</a:t>
            </a:r>
          </a:p>
        </p:txBody>
      </p:sp>
      <p:sp>
        <p:nvSpPr>
          <p:cNvPr id="1619" name="TextBox 1618"/>
          <p:cNvSpPr txBox="1"/>
          <p:nvPr/>
        </p:nvSpPr>
        <p:spPr>
          <a:xfrm>
            <a:off x="4133087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1618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4370831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1619</a:t>
            </a:r>
          </a:p>
        </p:txBody>
      </p:sp>
      <p:sp>
        <p:nvSpPr>
          <p:cNvPr id="1621" name="TextBox 1620"/>
          <p:cNvSpPr txBox="1"/>
          <p:nvPr/>
        </p:nvSpPr>
        <p:spPr>
          <a:xfrm>
            <a:off x="460857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1620</a:t>
            </a:r>
          </a:p>
        </p:txBody>
      </p:sp>
      <p:sp>
        <p:nvSpPr>
          <p:cNvPr id="1622" name="TextBox 1621"/>
          <p:cNvSpPr txBox="1"/>
          <p:nvPr/>
        </p:nvSpPr>
        <p:spPr>
          <a:xfrm>
            <a:off x="484632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1621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508406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1622</a:t>
            </a:r>
          </a:p>
        </p:txBody>
      </p:sp>
      <p:sp>
        <p:nvSpPr>
          <p:cNvPr id="1624" name="TextBox 1623"/>
          <p:cNvSpPr txBox="1"/>
          <p:nvPr/>
        </p:nvSpPr>
        <p:spPr>
          <a:xfrm>
            <a:off x="532180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1623</a:t>
            </a:r>
          </a:p>
        </p:txBody>
      </p:sp>
      <p:sp>
        <p:nvSpPr>
          <p:cNvPr id="1625" name="TextBox 1624"/>
          <p:cNvSpPr txBox="1"/>
          <p:nvPr/>
        </p:nvSpPr>
        <p:spPr>
          <a:xfrm>
            <a:off x="555955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1624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579729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1625</a:t>
            </a:r>
          </a:p>
        </p:txBody>
      </p:sp>
      <p:sp>
        <p:nvSpPr>
          <p:cNvPr id="1627" name="TextBox 1626"/>
          <p:cNvSpPr txBox="1"/>
          <p:nvPr/>
        </p:nvSpPr>
        <p:spPr>
          <a:xfrm>
            <a:off x="603504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1626</a:t>
            </a:r>
          </a:p>
        </p:txBody>
      </p:sp>
      <p:sp>
        <p:nvSpPr>
          <p:cNvPr id="1628" name="TextBox 1627"/>
          <p:cNvSpPr txBox="1"/>
          <p:nvPr/>
        </p:nvSpPr>
        <p:spPr>
          <a:xfrm>
            <a:off x="6272783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1627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651052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1628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674827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1629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698601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1630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722376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1631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746150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1632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769924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1633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793699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1634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817473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1635</a:t>
            </a:r>
          </a:p>
        </p:txBody>
      </p:sp>
      <p:sp>
        <p:nvSpPr>
          <p:cNvPr id="1637" name="TextBox 1636"/>
          <p:cNvSpPr txBox="1"/>
          <p:nvPr/>
        </p:nvSpPr>
        <p:spPr>
          <a:xfrm>
            <a:off x="841248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1636</a:t>
            </a:r>
          </a:p>
        </p:txBody>
      </p:sp>
      <p:sp>
        <p:nvSpPr>
          <p:cNvPr id="1638" name="TextBox 1637"/>
          <p:cNvSpPr txBox="1"/>
          <p:nvPr/>
        </p:nvSpPr>
        <p:spPr>
          <a:xfrm>
            <a:off x="865022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1637</a:t>
            </a:r>
          </a:p>
        </p:txBody>
      </p:sp>
      <p:sp>
        <p:nvSpPr>
          <p:cNvPr id="1639" name="TextBox 1638"/>
          <p:cNvSpPr txBox="1"/>
          <p:nvPr/>
        </p:nvSpPr>
        <p:spPr>
          <a:xfrm>
            <a:off x="888796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1638</a:t>
            </a:r>
          </a:p>
        </p:txBody>
      </p:sp>
      <p:sp>
        <p:nvSpPr>
          <p:cNvPr id="1640" name="TextBox 1639"/>
          <p:cNvSpPr txBox="1"/>
          <p:nvPr/>
        </p:nvSpPr>
        <p:spPr>
          <a:xfrm>
            <a:off x="912571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1639</a:t>
            </a:r>
          </a:p>
        </p:txBody>
      </p:sp>
      <p:sp>
        <p:nvSpPr>
          <p:cNvPr id="1641" name="TextBox 1640"/>
          <p:cNvSpPr txBox="1"/>
          <p:nvPr/>
        </p:nvSpPr>
        <p:spPr>
          <a:xfrm>
            <a:off x="936345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1640</a:t>
            </a:r>
          </a:p>
        </p:txBody>
      </p:sp>
      <p:sp>
        <p:nvSpPr>
          <p:cNvPr id="1642" name="TextBox 1641"/>
          <p:cNvSpPr txBox="1"/>
          <p:nvPr/>
        </p:nvSpPr>
        <p:spPr>
          <a:xfrm>
            <a:off x="960120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1641</a:t>
            </a:r>
          </a:p>
        </p:txBody>
      </p:sp>
      <p:sp>
        <p:nvSpPr>
          <p:cNvPr id="1643" name="TextBox 1642"/>
          <p:cNvSpPr txBox="1"/>
          <p:nvPr/>
        </p:nvSpPr>
        <p:spPr>
          <a:xfrm>
            <a:off x="983894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1642</a:t>
            </a:r>
          </a:p>
        </p:txBody>
      </p:sp>
      <p:sp>
        <p:nvSpPr>
          <p:cNvPr id="1644" name="TextBox 1643"/>
          <p:cNvSpPr txBox="1"/>
          <p:nvPr/>
        </p:nvSpPr>
        <p:spPr>
          <a:xfrm>
            <a:off x="1007668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1643</a:t>
            </a:r>
          </a:p>
        </p:txBody>
      </p:sp>
      <p:sp>
        <p:nvSpPr>
          <p:cNvPr id="1645" name="TextBox 1644"/>
          <p:cNvSpPr txBox="1"/>
          <p:nvPr/>
        </p:nvSpPr>
        <p:spPr>
          <a:xfrm>
            <a:off x="1031443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1644</a:t>
            </a:r>
          </a:p>
        </p:txBody>
      </p:sp>
      <p:sp>
        <p:nvSpPr>
          <p:cNvPr id="1646" name="TextBox 1645"/>
          <p:cNvSpPr txBox="1"/>
          <p:nvPr/>
        </p:nvSpPr>
        <p:spPr>
          <a:xfrm>
            <a:off x="1055217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1645</a:t>
            </a:r>
          </a:p>
        </p:txBody>
      </p:sp>
      <p:sp>
        <p:nvSpPr>
          <p:cNvPr id="1647" name="TextBox 1646"/>
          <p:cNvSpPr txBox="1"/>
          <p:nvPr/>
        </p:nvSpPr>
        <p:spPr>
          <a:xfrm>
            <a:off x="10789920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1646</a:t>
            </a:r>
          </a:p>
        </p:txBody>
      </p:sp>
      <p:sp>
        <p:nvSpPr>
          <p:cNvPr id="1648" name="TextBox 1647"/>
          <p:cNvSpPr txBox="1"/>
          <p:nvPr/>
        </p:nvSpPr>
        <p:spPr>
          <a:xfrm>
            <a:off x="11027664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1647</a:t>
            </a:r>
          </a:p>
        </p:txBody>
      </p:sp>
      <p:sp>
        <p:nvSpPr>
          <p:cNvPr id="1649" name="TextBox 1648"/>
          <p:cNvSpPr txBox="1"/>
          <p:nvPr/>
        </p:nvSpPr>
        <p:spPr>
          <a:xfrm>
            <a:off x="11265408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1648</a:t>
            </a:r>
          </a:p>
        </p:txBody>
      </p:sp>
      <p:sp>
        <p:nvSpPr>
          <p:cNvPr id="1650" name="TextBox 1649"/>
          <p:cNvSpPr txBox="1"/>
          <p:nvPr/>
        </p:nvSpPr>
        <p:spPr>
          <a:xfrm>
            <a:off x="11503152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1649</a:t>
            </a:r>
          </a:p>
        </p:txBody>
      </p:sp>
      <p:sp>
        <p:nvSpPr>
          <p:cNvPr id="1651" name="TextBox 1650"/>
          <p:cNvSpPr txBox="1"/>
          <p:nvPr/>
        </p:nvSpPr>
        <p:spPr>
          <a:xfrm>
            <a:off x="11740896" y="5358383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1650</a:t>
            </a:r>
          </a:p>
        </p:txBody>
      </p:sp>
      <p:sp>
        <p:nvSpPr>
          <p:cNvPr id="1652" name="TextBox 1651"/>
          <p:cNvSpPr txBox="1"/>
          <p:nvPr/>
        </p:nvSpPr>
        <p:spPr>
          <a:xfrm>
            <a:off x="9144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1651</a:t>
            </a:r>
          </a:p>
        </p:txBody>
      </p:sp>
      <p:sp>
        <p:nvSpPr>
          <p:cNvPr id="1653" name="TextBox 1652"/>
          <p:cNvSpPr txBox="1"/>
          <p:nvPr/>
        </p:nvSpPr>
        <p:spPr>
          <a:xfrm>
            <a:off x="32918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1652</a:t>
            </a:r>
          </a:p>
        </p:txBody>
      </p:sp>
      <p:sp>
        <p:nvSpPr>
          <p:cNvPr id="1654" name="TextBox 1653"/>
          <p:cNvSpPr txBox="1"/>
          <p:nvPr/>
        </p:nvSpPr>
        <p:spPr>
          <a:xfrm>
            <a:off x="56692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1653</a:t>
            </a:r>
          </a:p>
        </p:txBody>
      </p:sp>
      <p:sp>
        <p:nvSpPr>
          <p:cNvPr id="1655" name="TextBox 1654"/>
          <p:cNvSpPr txBox="1"/>
          <p:nvPr/>
        </p:nvSpPr>
        <p:spPr>
          <a:xfrm>
            <a:off x="80467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1654</a:t>
            </a:r>
          </a:p>
        </p:txBody>
      </p:sp>
      <p:sp>
        <p:nvSpPr>
          <p:cNvPr id="1656" name="TextBox 1655"/>
          <p:cNvSpPr txBox="1"/>
          <p:nvPr/>
        </p:nvSpPr>
        <p:spPr>
          <a:xfrm>
            <a:off x="104241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1655</a:t>
            </a:r>
          </a:p>
        </p:txBody>
      </p:sp>
      <p:sp>
        <p:nvSpPr>
          <p:cNvPr id="1657" name="TextBox 1656"/>
          <p:cNvSpPr txBox="1"/>
          <p:nvPr/>
        </p:nvSpPr>
        <p:spPr>
          <a:xfrm>
            <a:off x="128016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1656</a:t>
            </a:r>
          </a:p>
        </p:txBody>
      </p:sp>
      <p:sp>
        <p:nvSpPr>
          <p:cNvPr id="1658" name="TextBox 1657"/>
          <p:cNvSpPr txBox="1"/>
          <p:nvPr/>
        </p:nvSpPr>
        <p:spPr>
          <a:xfrm>
            <a:off x="151790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1657</a:t>
            </a:r>
          </a:p>
        </p:txBody>
      </p:sp>
      <p:sp>
        <p:nvSpPr>
          <p:cNvPr id="1659" name="TextBox 1658"/>
          <p:cNvSpPr txBox="1"/>
          <p:nvPr/>
        </p:nvSpPr>
        <p:spPr>
          <a:xfrm>
            <a:off x="175564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1658</a:t>
            </a:r>
          </a:p>
        </p:txBody>
      </p:sp>
      <p:sp>
        <p:nvSpPr>
          <p:cNvPr id="1660" name="TextBox 1659"/>
          <p:cNvSpPr txBox="1"/>
          <p:nvPr/>
        </p:nvSpPr>
        <p:spPr>
          <a:xfrm>
            <a:off x="199339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1659</a:t>
            </a:r>
          </a:p>
        </p:txBody>
      </p:sp>
      <p:sp>
        <p:nvSpPr>
          <p:cNvPr id="1661" name="TextBox 1660"/>
          <p:cNvSpPr txBox="1"/>
          <p:nvPr/>
        </p:nvSpPr>
        <p:spPr>
          <a:xfrm>
            <a:off x="223113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1660</a:t>
            </a:r>
          </a:p>
        </p:txBody>
      </p:sp>
      <p:sp>
        <p:nvSpPr>
          <p:cNvPr id="1662" name="TextBox 1661"/>
          <p:cNvSpPr txBox="1"/>
          <p:nvPr/>
        </p:nvSpPr>
        <p:spPr>
          <a:xfrm>
            <a:off x="246888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1661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270662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1662</a:t>
            </a:r>
          </a:p>
        </p:txBody>
      </p:sp>
      <p:sp>
        <p:nvSpPr>
          <p:cNvPr id="1664" name="TextBox 1663"/>
          <p:cNvSpPr txBox="1"/>
          <p:nvPr/>
        </p:nvSpPr>
        <p:spPr>
          <a:xfrm>
            <a:off x="294436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1663</a:t>
            </a:r>
          </a:p>
        </p:txBody>
      </p:sp>
      <p:sp>
        <p:nvSpPr>
          <p:cNvPr id="1665" name="TextBox 1664"/>
          <p:cNvSpPr txBox="1"/>
          <p:nvPr/>
        </p:nvSpPr>
        <p:spPr>
          <a:xfrm>
            <a:off x="318211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1664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341985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1665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365760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1666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389534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1667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4133087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1668</a:t>
            </a:r>
          </a:p>
        </p:txBody>
      </p:sp>
      <p:sp>
        <p:nvSpPr>
          <p:cNvPr id="1670" name="TextBox 1669"/>
          <p:cNvSpPr txBox="1"/>
          <p:nvPr/>
        </p:nvSpPr>
        <p:spPr>
          <a:xfrm>
            <a:off x="4370831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1669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460857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1670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484632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1671</a:t>
            </a:r>
          </a:p>
        </p:txBody>
      </p:sp>
      <p:sp>
        <p:nvSpPr>
          <p:cNvPr id="1673" name="TextBox 1672"/>
          <p:cNvSpPr txBox="1"/>
          <p:nvPr/>
        </p:nvSpPr>
        <p:spPr>
          <a:xfrm>
            <a:off x="508406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1672</a:t>
            </a:r>
          </a:p>
        </p:txBody>
      </p:sp>
      <p:sp>
        <p:nvSpPr>
          <p:cNvPr id="1674" name="TextBox 1673"/>
          <p:cNvSpPr txBox="1"/>
          <p:nvPr/>
        </p:nvSpPr>
        <p:spPr>
          <a:xfrm>
            <a:off x="532180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1673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555955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1674</a:t>
            </a:r>
          </a:p>
        </p:txBody>
      </p:sp>
      <p:sp>
        <p:nvSpPr>
          <p:cNvPr id="1676" name="TextBox 1675"/>
          <p:cNvSpPr txBox="1"/>
          <p:nvPr/>
        </p:nvSpPr>
        <p:spPr>
          <a:xfrm>
            <a:off x="579729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1675</a:t>
            </a:r>
          </a:p>
        </p:txBody>
      </p:sp>
      <p:sp>
        <p:nvSpPr>
          <p:cNvPr id="1677" name="TextBox 1676"/>
          <p:cNvSpPr txBox="1"/>
          <p:nvPr/>
        </p:nvSpPr>
        <p:spPr>
          <a:xfrm>
            <a:off x="603504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1676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6272783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1677</a:t>
            </a:r>
          </a:p>
        </p:txBody>
      </p:sp>
      <p:sp>
        <p:nvSpPr>
          <p:cNvPr id="1679" name="TextBox 1678"/>
          <p:cNvSpPr txBox="1"/>
          <p:nvPr/>
        </p:nvSpPr>
        <p:spPr>
          <a:xfrm>
            <a:off x="651052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1678</a:t>
            </a:r>
          </a:p>
        </p:txBody>
      </p:sp>
      <p:sp>
        <p:nvSpPr>
          <p:cNvPr id="1680" name="TextBox 1679"/>
          <p:cNvSpPr txBox="1"/>
          <p:nvPr/>
        </p:nvSpPr>
        <p:spPr>
          <a:xfrm>
            <a:off x="674827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1679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698601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1680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722376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1681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746150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1682</a:t>
            </a:r>
          </a:p>
        </p:txBody>
      </p:sp>
      <p:sp>
        <p:nvSpPr>
          <p:cNvPr id="1684" name="TextBox 1683"/>
          <p:cNvSpPr txBox="1"/>
          <p:nvPr/>
        </p:nvSpPr>
        <p:spPr>
          <a:xfrm>
            <a:off x="769924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1683</a:t>
            </a:r>
          </a:p>
        </p:txBody>
      </p:sp>
      <p:sp>
        <p:nvSpPr>
          <p:cNvPr id="1685" name="TextBox 1684"/>
          <p:cNvSpPr txBox="1"/>
          <p:nvPr/>
        </p:nvSpPr>
        <p:spPr>
          <a:xfrm>
            <a:off x="793699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1684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817473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1685</a:t>
            </a:r>
          </a:p>
        </p:txBody>
      </p:sp>
      <p:sp>
        <p:nvSpPr>
          <p:cNvPr id="1687" name="TextBox 1686"/>
          <p:cNvSpPr txBox="1"/>
          <p:nvPr/>
        </p:nvSpPr>
        <p:spPr>
          <a:xfrm>
            <a:off x="841248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1686</a:t>
            </a:r>
          </a:p>
        </p:txBody>
      </p:sp>
      <p:sp>
        <p:nvSpPr>
          <p:cNvPr id="1688" name="TextBox 1687"/>
          <p:cNvSpPr txBox="1"/>
          <p:nvPr/>
        </p:nvSpPr>
        <p:spPr>
          <a:xfrm>
            <a:off x="865022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888796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1688</a:t>
            </a:r>
          </a:p>
        </p:txBody>
      </p:sp>
      <p:sp>
        <p:nvSpPr>
          <p:cNvPr id="1690" name="TextBox 1689"/>
          <p:cNvSpPr txBox="1"/>
          <p:nvPr/>
        </p:nvSpPr>
        <p:spPr>
          <a:xfrm>
            <a:off x="912571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1689</a:t>
            </a:r>
          </a:p>
        </p:txBody>
      </p:sp>
      <p:sp>
        <p:nvSpPr>
          <p:cNvPr id="1691" name="TextBox 1690"/>
          <p:cNvSpPr txBox="1"/>
          <p:nvPr/>
        </p:nvSpPr>
        <p:spPr>
          <a:xfrm>
            <a:off x="936345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1690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960120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1691</a:t>
            </a:r>
          </a:p>
        </p:txBody>
      </p:sp>
      <p:sp>
        <p:nvSpPr>
          <p:cNvPr id="1693" name="TextBox 1692"/>
          <p:cNvSpPr txBox="1"/>
          <p:nvPr/>
        </p:nvSpPr>
        <p:spPr>
          <a:xfrm>
            <a:off x="983894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1692</a:t>
            </a:r>
          </a:p>
        </p:txBody>
      </p:sp>
      <p:sp>
        <p:nvSpPr>
          <p:cNvPr id="1694" name="TextBox 1693"/>
          <p:cNvSpPr txBox="1"/>
          <p:nvPr/>
        </p:nvSpPr>
        <p:spPr>
          <a:xfrm>
            <a:off x="1007668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1693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031443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1694</a:t>
            </a:r>
          </a:p>
        </p:txBody>
      </p:sp>
      <p:sp>
        <p:nvSpPr>
          <p:cNvPr id="1696" name="TextBox 1695"/>
          <p:cNvSpPr txBox="1"/>
          <p:nvPr/>
        </p:nvSpPr>
        <p:spPr>
          <a:xfrm>
            <a:off x="1055217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1695</a:t>
            </a:r>
          </a:p>
        </p:txBody>
      </p:sp>
      <p:sp>
        <p:nvSpPr>
          <p:cNvPr id="1697" name="TextBox 1696"/>
          <p:cNvSpPr txBox="1"/>
          <p:nvPr/>
        </p:nvSpPr>
        <p:spPr>
          <a:xfrm>
            <a:off x="10789920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1696</a:t>
            </a:r>
          </a:p>
        </p:txBody>
      </p:sp>
      <p:sp>
        <p:nvSpPr>
          <p:cNvPr id="1698" name="TextBox 1697"/>
          <p:cNvSpPr txBox="1"/>
          <p:nvPr/>
        </p:nvSpPr>
        <p:spPr>
          <a:xfrm>
            <a:off x="11027664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1697</a:t>
            </a:r>
          </a:p>
        </p:txBody>
      </p:sp>
      <p:sp>
        <p:nvSpPr>
          <p:cNvPr id="1699" name="TextBox 1698"/>
          <p:cNvSpPr txBox="1"/>
          <p:nvPr/>
        </p:nvSpPr>
        <p:spPr>
          <a:xfrm>
            <a:off x="11265408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1698</a:t>
            </a:r>
          </a:p>
        </p:txBody>
      </p:sp>
      <p:sp>
        <p:nvSpPr>
          <p:cNvPr id="1700" name="TextBox 1699"/>
          <p:cNvSpPr txBox="1"/>
          <p:nvPr/>
        </p:nvSpPr>
        <p:spPr>
          <a:xfrm>
            <a:off x="11503152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1699</a:t>
            </a:r>
          </a:p>
        </p:txBody>
      </p:sp>
      <p:sp>
        <p:nvSpPr>
          <p:cNvPr id="1701" name="TextBox 1700"/>
          <p:cNvSpPr txBox="1"/>
          <p:nvPr/>
        </p:nvSpPr>
        <p:spPr>
          <a:xfrm>
            <a:off x="11740896" y="5522975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1700</a:t>
            </a:r>
          </a:p>
        </p:txBody>
      </p:sp>
      <p:sp>
        <p:nvSpPr>
          <p:cNvPr id="1702" name="TextBox 1701"/>
          <p:cNvSpPr txBox="1"/>
          <p:nvPr/>
        </p:nvSpPr>
        <p:spPr>
          <a:xfrm>
            <a:off x="9144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1701</a:t>
            </a:r>
          </a:p>
        </p:txBody>
      </p:sp>
      <p:sp>
        <p:nvSpPr>
          <p:cNvPr id="1703" name="TextBox 1702"/>
          <p:cNvSpPr txBox="1"/>
          <p:nvPr/>
        </p:nvSpPr>
        <p:spPr>
          <a:xfrm>
            <a:off x="32918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1702</a:t>
            </a:r>
          </a:p>
        </p:txBody>
      </p:sp>
      <p:sp>
        <p:nvSpPr>
          <p:cNvPr id="1704" name="TextBox 1703"/>
          <p:cNvSpPr txBox="1"/>
          <p:nvPr/>
        </p:nvSpPr>
        <p:spPr>
          <a:xfrm>
            <a:off x="56692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1703</a:t>
            </a:r>
          </a:p>
        </p:txBody>
      </p:sp>
      <p:sp>
        <p:nvSpPr>
          <p:cNvPr id="1705" name="TextBox 1704"/>
          <p:cNvSpPr txBox="1"/>
          <p:nvPr/>
        </p:nvSpPr>
        <p:spPr>
          <a:xfrm>
            <a:off x="80467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1704</a:t>
            </a:r>
          </a:p>
        </p:txBody>
      </p:sp>
      <p:sp>
        <p:nvSpPr>
          <p:cNvPr id="1706" name="TextBox 1705"/>
          <p:cNvSpPr txBox="1"/>
          <p:nvPr/>
        </p:nvSpPr>
        <p:spPr>
          <a:xfrm>
            <a:off x="104241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1705</a:t>
            </a:r>
          </a:p>
        </p:txBody>
      </p:sp>
      <p:sp>
        <p:nvSpPr>
          <p:cNvPr id="1707" name="TextBox 1706"/>
          <p:cNvSpPr txBox="1"/>
          <p:nvPr/>
        </p:nvSpPr>
        <p:spPr>
          <a:xfrm>
            <a:off x="128016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1706</a:t>
            </a:r>
          </a:p>
        </p:txBody>
      </p:sp>
      <p:sp>
        <p:nvSpPr>
          <p:cNvPr id="1708" name="TextBox 1707"/>
          <p:cNvSpPr txBox="1"/>
          <p:nvPr/>
        </p:nvSpPr>
        <p:spPr>
          <a:xfrm>
            <a:off x="151790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1707</a:t>
            </a:r>
          </a:p>
        </p:txBody>
      </p:sp>
      <p:sp>
        <p:nvSpPr>
          <p:cNvPr id="1709" name="TextBox 1708"/>
          <p:cNvSpPr txBox="1"/>
          <p:nvPr/>
        </p:nvSpPr>
        <p:spPr>
          <a:xfrm>
            <a:off x="175564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1708</a:t>
            </a:r>
          </a:p>
        </p:txBody>
      </p:sp>
      <p:sp>
        <p:nvSpPr>
          <p:cNvPr id="1710" name="TextBox 1709"/>
          <p:cNvSpPr txBox="1"/>
          <p:nvPr/>
        </p:nvSpPr>
        <p:spPr>
          <a:xfrm>
            <a:off x="199339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1709</a:t>
            </a:r>
          </a:p>
        </p:txBody>
      </p:sp>
      <p:sp>
        <p:nvSpPr>
          <p:cNvPr id="1711" name="TextBox 1710"/>
          <p:cNvSpPr txBox="1"/>
          <p:nvPr/>
        </p:nvSpPr>
        <p:spPr>
          <a:xfrm>
            <a:off x="223113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1710</a:t>
            </a:r>
          </a:p>
        </p:txBody>
      </p:sp>
      <p:sp>
        <p:nvSpPr>
          <p:cNvPr id="1712" name="TextBox 1711"/>
          <p:cNvSpPr txBox="1"/>
          <p:nvPr/>
        </p:nvSpPr>
        <p:spPr>
          <a:xfrm>
            <a:off x="246888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1711</a:t>
            </a:r>
          </a:p>
        </p:txBody>
      </p:sp>
      <p:sp>
        <p:nvSpPr>
          <p:cNvPr id="1713" name="TextBox 1712"/>
          <p:cNvSpPr txBox="1"/>
          <p:nvPr/>
        </p:nvSpPr>
        <p:spPr>
          <a:xfrm>
            <a:off x="270662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1712</a:t>
            </a:r>
          </a:p>
        </p:txBody>
      </p:sp>
      <p:sp>
        <p:nvSpPr>
          <p:cNvPr id="1714" name="TextBox 1713"/>
          <p:cNvSpPr txBox="1"/>
          <p:nvPr/>
        </p:nvSpPr>
        <p:spPr>
          <a:xfrm>
            <a:off x="294436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1713</a:t>
            </a:r>
          </a:p>
        </p:txBody>
      </p:sp>
      <p:sp>
        <p:nvSpPr>
          <p:cNvPr id="1715" name="TextBox 1714"/>
          <p:cNvSpPr txBox="1"/>
          <p:nvPr/>
        </p:nvSpPr>
        <p:spPr>
          <a:xfrm>
            <a:off x="318211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1714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341985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1715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365760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1716</a:t>
            </a:r>
          </a:p>
        </p:txBody>
      </p:sp>
      <p:sp>
        <p:nvSpPr>
          <p:cNvPr id="1718" name="TextBox 1717"/>
          <p:cNvSpPr txBox="1"/>
          <p:nvPr/>
        </p:nvSpPr>
        <p:spPr>
          <a:xfrm>
            <a:off x="389534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1717</a:t>
            </a:r>
          </a:p>
        </p:txBody>
      </p:sp>
      <p:sp>
        <p:nvSpPr>
          <p:cNvPr id="1719" name="TextBox 1718"/>
          <p:cNvSpPr txBox="1"/>
          <p:nvPr/>
        </p:nvSpPr>
        <p:spPr>
          <a:xfrm>
            <a:off x="4133087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1718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4370831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1719</a:t>
            </a:r>
          </a:p>
        </p:txBody>
      </p:sp>
      <p:sp>
        <p:nvSpPr>
          <p:cNvPr id="1721" name="TextBox 1720"/>
          <p:cNvSpPr txBox="1"/>
          <p:nvPr/>
        </p:nvSpPr>
        <p:spPr>
          <a:xfrm>
            <a:off x="460857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1720</a:t>
            </a:r>
          </a:p>
        </p:txBody>
      </p:sp>
      <p:sp>
        <p:nvSpPr>
          <p:cNvPr id="1722" name="TextBox 1721"/>
          <p:cNvSpPr txBox="1"/>
          <p:nvPr/>
        </p:nvSpPr>
        <p:spPr>
          <a:xfrm>
            <a:off x="484632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1721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508406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1722</a:t>
            </a:r>
          </a:p>
        </p:txBody>
      </p:sp>
      <p:sp>
        <p:nvSpPr>
          <p:cNvPr id="1724" name="TextBox 1723"/>
          <p:cNvSpPr txBox="1"/>
          <p:nvPr/>
        </p:nvSpPr>
        <p:spPr>
          <a:xfrm>
            <a:off x="532180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1723</a:t>
            </a:r>
          </a:p>
        </p:txBody>
      </p:sp>
      <p:sp>
        <p:nvSpPr>
          <p:cNvPr id="1725" name="TextBox 1724"/>
          <p:cNvSpPr txBox="1"/>
          <p:nvPr/>
        </p:nvSpPr>
        <p:spPr>
          <a:xfrm>
            <a:off x="555955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1724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579729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1725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603504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1726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6272783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1727</a:t>
            </a:r>
          </a:p>
        </p:txBody>
      </p:sp>
      <p:sp>
        <p:nvSpPr>
          <p:cNvPr id="1729" name="TextBox 1728"/>
          <p:cNvSpPr txBox="1"/>
          <p:nvPr/>
        </p:nvSpPr>
        <p:spPr>
          <a:xfrm>
            <a:off x="651052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1728</a:t>
            </a:r>
          </a:p>
        </p:txBody>
      </p:sp>
      <p:sp>
        <p:nvSpPr>
          <p:cNvPr id="1730" name="TextBox 1729"/>
          <p:cNvSpPr txBox="1"/>
          <p:nvPr/>
        </p:nvSpPr>
        <p:spPr>
          <a:xfrm>
            <a:off x="674827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1729</a:t>
            </a:r>
          </a:p>
        </p:txBody>
      </p:sp>
      <p:sp>
        <p:nvSpPr>
          <p:cNvPr id="1731" name="TextBox 1730"/>
          <p:cNvSpPr txBox="1"/>
          <p:nvPr/>
        </p:nvSpPr>
        <p:spPr>
          <a:xfrm>
            <a:off x="698601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1730</a:t>
            </a:r>
          </a:p>
        </p:txBody>
      </p:sp>
      <p:sp>
        <p:nvSpPr>
          <p:cNvPr id="1732" name="TextBox 1731"/>
          <p:cNvSpPr txBox="1"/>
          <p:nvPr/>
        </p:nvSpPr>
        <p:spPr>
          <a:xfrm>
            <a:off x="722376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1731</a:t>
            </a:r>
          </a:p>
        </p:txBody>
      </p:sp>
      <p:sp>
        <p:nvSpPr>
          <p:cNvPr id="1733" name="TextBox 1732"/>
          <p:cNvSpPr txBox="1"/>
          <p:nvPr/>
        </p:nvSpPr>
        <p:spPr>
          <a:xfrm>
            <a:off x="746150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1732</a:t>
            </a:r>
          </a:p>
        </p:txBody>
      </p:sp>
      <p:sp>
        <p:nvSpPr>
          <p:cNvPr id="1734" name="TextBox 1733"/>
          <p:cNvSpPr txBox="1"/>
          <p:nvPr/>
        </p:nvSpPr>
        <p:spPr>
          <a:xfrm>
            <a:off x="769924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1733</a:t>
            </a:r>
          </a:p>
        </p:txBody>
      </p:sp>
      <p:sp>
        <p:nvSpPr>
          <p:cNvPr id="1735" name="TextBox 1734"/>
          <p:cNvSpPr txBox="1"/>
          <p:nvPr/>
        </p:nvSpPr>
        <p:spPr>
          <a:xfrm>
            <a:off x="793699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1734</a:t>
            </a:r>
          </a:p>
        </p:txBody>
      </p:sp>
      <p:sp>
        <p:nvSpPr>
          <p:cNvPr id="1736" name="TextBox 1735"/>
          <p:cNvSpPr txBox="1"/>
          <p:nvPr/>
        </p:nvSpPr>
        <p:spPr>
          <a:xfrm>
            <a:off x="817473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1735</a:t>
            </a:r>
          </a:p>
        </p:txBody>
      </p:sp>
      <p:sp>
        <p:nvSpPr>
          <p:cNvPr id="1737" name="TextBox 1736"/>
          <p:cNvSpPr txBox="1"/>
          <p:nvPr/>
        </p:nvSpPr>
        <p:spPr>
          <a:xfrm>
            <a:off x="841248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1736</a:t>
            </a:r>
          </a:p>
        </p:txBody>
      </p:sp>
      <p:sp>
        <p:nvSpPr>
          <p:cNvPr id="1738" name="TextBox 1737"/>
          <p:cNvSpPr txBox="1"/>
          <p:nvPr/>
        </p:nvSpPr>
        <p:spPr>
          <a:xfrm>
            <a:off x="865022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1737</a:t>
            </a:r>
          </a:p>
        </p:txBody>
      </p:sp>
      <p:sp>
        <p:nvSpPr>
          <p:cNvPr id="1739" name="TextBox 1738"/>
          <p:cNvSpPr txBox="1"/>
          <p:nvPr/>
        </p:nvSpPr>
        <p:spPr>
          <a:xfrm>
            <a:off x="888796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1738</a:t>
            </a:r>
          </a:p>
        </p:txBody>
      </p:sp>
      <p:sp>
        <p:nvSpPr>
          <p:cNvPr id="1740" name="TextBox 1739"/>
          <p:cNvSpPr txBox="1"/>
          <p:nvPr/>
        </p:nvSpPr>
        <p:spPr>
          <a:xfrm>
            <a:off x="912571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1739</a:t>
            </a:r>
          </a:p>
        </p:txBody>
      </p:sp>
      <p:sp>
        <p:nvSpPr>
          <p:cNvPr id="1741" name="TextBox 1740"/>
          <p:cNvSpPr txBox="1"/>
          <p:nvPr/>
        </p:nvSpPr>
        <p:spPr>
          <a:xfrm>
            <a:off x="936345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1740</a:t>
            </a:r>
          </a:p>
        </p:txBody>
      </p:sp>
      <p:sp>
        <p:nvSpPr>
          <p:cNvPr id="1742" name="TextBox 1741"/>
          <p:cNvSpPr txBox="1"/>
          <p:nvPr/>
        </p:nvSpPr>
        <p:spPr>
          <a:xfrm>
            <a:off x="960120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1741</a:t>
            </a:r>
          </a:p>
        </p:txBody>
      </p:sp>
      <p:sp>
        <p:nvSpPr>
          <p:cNvPr id="1743" name="TextBox 1742"/>
          <p:cNvSpPr txBox="1"/>
          <p:nvPr/>
        </p:nvSpPr>
        <p:spPr>
          <a:xfrm>
            <a:off x="983894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1742</a:t>
            </a:r>
          </a:p>
        </p:txBody>
      </p:sp>
      <p:sp>
        <p:nvSpPr>
          <p:cNvPr id="1744" name="TextBox 1743"/>
          <p:cNvSpPr txBox="1"/>
          <p:nvPr/>
        </p:nvSpPr>
        <p:spPr>
          <a:xfrm>
            <a:off x="1007668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1743</a:t>
            </a:r>
          </a:p>
        </p:txBody>
      </p:sp>
      <p:sp>
        <p:nvSpPr>
          <p:cNvPr id="1745" name="TextBox 1744"/>
          <p:cNvSpPr txBox="1"/>
          <p:nvPr/>
        </p:nvSpPr>
        <p:spPr>
          <a:xfrm>
            <a:off x="1031443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1744</a:t>
            </a:r>
          </a:p>
        </p:txBody>
      </p:sp>
      <p:sp>
        <p:nvSpPr>
          <p:cNvPr id="1746" name="TextBox 1745"/>
          <p:cNvSpPr txBox="1"/>
          <p:nvPr/>
        </p:nvSpPr>
        <p:spPr>
          <a:xfrm>
            <a:off x="1055217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1745</a:t>
            </a:r>
          </a:p>
        </p:txBody>
      </p:sp>
      <p:sp>
        <p:nvSpPr>
          <p:cNvPr id="1747" name="TextBox 1746"/>
          <p:cNvSpPr txBox="1"/>
          <p:nvPr/>
        </p:nvSpPr>
        <p:spPr>
          <a:xfrm>
            <a:off x="10789920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1746</a:t>
            </a:r>
          </a:p>
        </p:txBody>
      </p:sp>
      <p:sp>
        <p:nvSpPr>
          <p:cNvPr id="1748" name="TextBox 1747"/>
          <p:cNvSpPr txBox="1"/>
          <p:nvPr/>
        </p:nvSpPr>
        <p:spPr>
          <a:xfrm>
            <a:off x="11027664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1747</a:t>
            </a:r>
          </a:p>
        </p:txBody>
      </p:sp>
      <p:sp>
        <p:nvSpPr>
          <p:cNvPr id="1749" name="TextBox 1748"/>
          <p:cNvSpPr txBox="1"/>
          <p:nvPr/>
        </p:nvSpPr>
        <p:spPr>
          <a:xfrm>
            <a:off x="11265408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1748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1503152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1749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740896" y="5687568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1750</a:t>
            </a:r>
          </a:p>
        </p:txBody>
      </p:sp>
      <p:sp>
        <p:nvSpPr>
          <p:cNvPr id="1752" name="TextBox 1751"/>
          <p:cNvSpPr txBox="1"/>
          <p:nvPr/>
        </p:nvSpPr>
        <p:spPr>
          <a:xfrm>
            <a:off x="9144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1751</a:t>
            </a:r>
          </a:p>
        </p:txBody>
      </p:sp>
      <p:sp>
        <p:nvSpPr>
          <p:cNvPr id="1753" name="TextBox 1752"/>
          <p:cNvSpPr txBox="1"/>
          <p:nvPr/>
        </p:nvSpPr>
        <p:spPr>
          <a:xfrm>
            <a:off x="32918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1752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56692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1753</a:t>
            </a:r>
          </a:p>
        </p:txBody>
      </p:sp>
      <p:sp>
        <p:nvSpPr>
          <p:cNvPr id="1755" name="TextBox 1754"/>
          <p:cNvSpPr txBox="1"/>
          <p:nvPr/>
        </p:nvSpPr>
        <p:spPr>
          <a:xfrm>
            <a:off x="80467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1754</a:t>
            </a:r>
          </a:p>
        </p:txBody>
      </p:sp>
      <p:sp>
        <p:nvSpPr>
          <p:cNvPr id="1756" name="TextBox 1755"/>
          <p:cNvSpPr txBox="1"/>
          <p:nvPr/>
        </p:nvSpPr>
        <p:spPr>
          <a:xfrm>
            <a:off x="104241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1755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28016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1756</a:t>
            </a:r>
          </a:p>
        </p:txBody>
      </p:sp>
      <p:sp>
        <p:nvSpPr>
          <p:cNvPr id="1758" name="TextBox 1757"/>
          <p:cNvSpPr txBox="1"/>
          <p:nvPr/>
        </p:nvSpPr>
        <p:spPr>
          <a:xfrm>
            <a:off x="151790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1757</a:t>
            </a:r>
          </a:p>
        </p:txBody>
      </p:sp>
      <p:sp>
        <p:nvSpPr>
          <p:cNvPr id="1759" name="TextBox 1758"/>
          <p:cNvSpPr txBox="1"/>
          <p:nvPr/>
        </p:nvSpPr>
        <p:spPr>
          <a:xfrm>
            <a:off x="175564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1758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99339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1759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23113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246888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1761</a:t>
            </a:r>
          </a:p>
        </p:txBody>
      </p:sp>
      <p:sp>
        <p:nvSpPr>
          <p:cNvPr id="1763" name="TextBox 1762"/>
          <p:cNvSpPr txBox="1"/>
          <p:nvPr/>
        </p:nvSpPr>
        <p:spPr>
          <a:xfrm>
            <a:off x="270662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1762</a:t>
            </a:r>
          </a:p>
        </p:txBody>
      </p:sp>
      <p:sp>
        <p:nvSpPr>
          <p:cNvPr id="1764" name="TextBox 1763"/>
          <p:cNvSpPr txBox="1"/>
          <p:nvPr/>
        </p:nvSpPr>
        <p:spPr>
          <a:xfrm>
            <a:off x="294436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1763</a:t>
            </a:r>
          </a:p>
        </p:txBody>
      </p:sp>
      <p:sp>
        <p:nvSpPr>
          <p:cNvPr id="1765" name="TextBox 1764"/>
          <p:cNvSpPr txBox="1"/>
          <p:nvPr/>
        </p:nvSpPr>
        <p:spPr>
          <a:xfrm>
            <a:off x="318211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1764</a:t>
            </a:r>
          </a:p>
        </p:txBody>
      </p:sp>
      <p:sp>
        <p:nvSpPr>
          <p:cNvPr id="1766" name="TextBox 1765"/>
          <p:cNvSpPr txBox="1"/>
          <p:nvPr/>
        </p:nvSpPr>
        <p:spPr>
          <a:xfrm>
            <a:off x="341985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1765</a:t>
            </a:r>
          </a:p>
        </p:txBody>
      </p:sp>
      <p:sp>
        <p:nvSpPr>
          <p:cNvPr id="1767" name="TextBox 1766"/>
          <p:cNvSpPr txBox="1"/>
          <p:nvPr/>
        </p:nvSpPr>
        <p:spPr>
          <a:xfrm>
            <a:off x="365760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1766</a:t>
            </a:r>
          </a:p>
        </p:txBody>
      </p:sp>
      <p:sp>
        <p:nvSpPr>
          <p:cNvPr id="1768" name="TextBox 1767"/>
          <p:cNvSpPr txBox="1"/>
          <p:nvPr/>
        </p:nvSpPr>
        <p:spPr>
          <a:xfrm>
            <a:off x="389534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1767</a:t>
            </a:r>
          </a:p>
        </p:txBody>
      </p:sp>
      <p:sp>
        <p:nvSpPr>
          <p:cNvPr id="1769" name="TextBox 1768"/>
          <p:cNvSpPr txBox="1"/>
          <p:nvPr/>
        </p:nvSpPr>
        <p:spPr>
          <a:xfrm>
            <a:off x="4133087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1768</a:t>
            </a:r>
          </a:p>
        </p:txBody>
      </p:sp>
      <p:sp>
        <p:nvSpPr>
          <p:cNvPr id="1770" name="TextBox 1769"/>
          <p:cNvSpPr txBox="1"/>
          <p:nvPr/>
        </p:nvSpPr>
        <p:spPr>
          <a:xfrm>
            <a:off x="4370831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1769</a:t>
            </a:r>
          </a:p>
        </p:txBody>
      </p:sp>
      <p:sp>
        <p:nvSpPr>
          <p:cNvPr id="1771" name="TextBox 1770"/>
          <p:cNvSpPr txBox="1"/>
          <p:nvPr/>
        </p:nvSpPr>
        <p:spPr>
          <a:xfrm>
            <a:off x="460857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1770</a:t>
            </a:r>
          </a:p>
        </p:txBody>
      </p:sp>
      <p:sp>
        <p:nvSpPr>
          <p:cNvPr id="1772" name="TextBox 1771"/>
          <p:cNvSpPr txBox="1"/>
          <p:nvPr/>
        </p:nvSpPr>
        <p:spPr>
          <a:xfrm>
            <a:off x="484632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1771</a:t>
            </a:r>
          </a:p>
        </p:txBody>
      </p:sp>
      <p:sp>
        <p:nvSpPr>
          <p:cNvPr id="1773" name="TextBox 1772"/>
          <p:cNvSpPr txBox="1"/>
          <p:nvPr/>
        </p:nvSpPr>
        <p:spPr>
          <a:xfrm>
            <a:off x="508406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1772</a:t>
            </a:r>
          </a:p>
        </p:txBody>
      </p:sp>
      <p:sp>
        <p:nvSpPr>
          <p:cNvPr id="1774" name="TextBox 1773"/>
          <p:cNvSpPr txBox="1"/>
          <p:nvPr/>
        </p:nvSpPr>
        <p:spPr>
          <a:xfrm>
            <a:off x="532180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1773</a:t>
            </a:r>
          </a:p>
        </p:txBody>
      </p:sp>
      <p:sp>
        <p:nvSpPr>
          <p:cNvPr id="1775" name="TextBox 1774"/>
          <p:cNvSpPr txBox="1"/>
          <p:nvPr/>
        </p:nvSpPr>
        <p:spPr>
          <a:xfrm>
            <a:off x="555955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1774</a:t>
            </a:r>
          </a:p>
        </p:txBody>
      </p:sp>
      <p:sp>
        <p:nvSpPr>
          <p:cNvPr id="1776" name="TextBox 1775"/>
          <p:cNvSpPr txBox="1"/>
          <p:nvPr/>
        </p:nvSpPr>
        <p:spPr>
          <a:xfrm>
            <a:off x="579729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1775</a:t>
            </a:r>
          </a:p>
        </p:txBody>
      </p:sp>
      <p:sp>
        <p:nvSpPr>
          <p:cNvPr id="1777" name="TextBox 1776"/>
          <p:cNvSpPr txBox="1"/>
          <p:nvPr/>
        </p:nvSpPr>
        <p:spPr>
          <a:xfrm>
            <a:off x="603504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1776</a:t>
            </a:r>
          </a:p>
        </p:txBody>
      </p:sp>
      <p:sp>
        <p:nvSpPr>
          <p:cNvPr id="1778" name="TextBox 1777"/>
          <p:cNvSpPr txBox="1"/>
          <p:nvPr/>
        </p:nvSpPr>
        <p:spPr>
          <a:xfrm>
            <a:off x="6272783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1777</a:t>
            </a:r>
          </a:p>
        </p:txBody>
      </p:sp>
      <p:sp>
        <p:nvSpPr>
          <p:cNvPr id="1779" name="TextBox 1778"/>
          <p:cNvSpPr txBox="1"/>
          <p:nvPr/>
        </p:nvSpPr>
        <p:spPr>
          <a:xfrm>
            <a:off x="651052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1778</a:t>
            </a:r>
          </a:p>
        </p:txBody>
      </p:sp>
      <p:sp>
        <p:nvSpPr>
          <p:cNvPr id="1780" name="TextBox 1779"/>
          <p:cNvSpPr txBox="1"/>
          <p:nvPr/>
        </p:nvSpPr>
        <p:spPr>
          <a:xfrm>
            <a:off x="674827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1779</a:t>
            </a:r>
          </a:p>
        </p:txBody>
      </p:sp>
      <p:sp>
        <p:nvSpPr>
          <p:cNvPr id="1781" name="TextBox 1780"/>
          <p:cNvSpPr txBox="1"/>
          <p:nvPr/>
        </p:nvSpPr>
        <p:spPr>
          <a:xfrm>
            <a:off x="698601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1780</a:t>
            </a:r>
          </a:p>
        </p:txBody>
      </p:sp>
      <p:sp>
        <p:nvSpPr>
          <p:cNvPr id="1782" name="TextBox 1781"/>
          <p:cNvSpPr txBox="1"/>
          <p:nvPr/>
        </p:nvSpPr>
        <p:spPr>
          <a:xfrm>
            <a:off x="722376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1781</a:t>
            </a:r>
          </a:p>
        </p:txBody>
      </p:sp>
      <p:sp>
        <p:nvSpPr>
          <p:cNvPr id="1783" name="TextBox 1782"/>
          <p:cNvSpPr txBox="1"/>
          <p:nvPr/>
        </p:nvSpPr>
        <p:spPr>
          <a:xfrm>
            <a:off x="746150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1782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769924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1783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793699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1784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817473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1785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841248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1786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865022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1787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888796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1788</a:t>
            </a:r>
          </a:p>
        </p:txBody>
      </p:sp>
      <p:sp>
        <p:nvSpPr>
          <p:cNvPr id="1790" name="TextBox 1789"/>
          <p:cNvSpPr txBox="1"/>
          <p:nvPr/>
        </p:nvSpPr>
        <p:spPr>
          <a:xfrm>
            <a:off x="912571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1789</a:t>
            </a:r>
          </a:p>
        </p:txBody>
      </p:sp>
      <p:sp>
        <p:nvSpPr>
          <p:cNvPr id="1791" name="TextBox 1790"/>
          <p:cNvSpPr txBox="1"/>
          <p:nvPr/>
        </p:nvSpPr>
        <p:spPr>
          <a:xfrm>
            <a:off x="936345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1790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960120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1791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983894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1792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007668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1793</a:t>
            </a:r>
          </a:p>
        </p:txBody>
      </p:sp>
      <p:sp>
        <p:nvSpPr>
          <p:cNvPr id="1795" name="TextBox 1794"/>
          <p:cNvSpPr txBox="1"/>
          <p:nvPr/>
        </p:nvSpPr>
        <p:spPr>
          <a:xfrm>
            <a:off x="1031443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1794</a:t>
            </a:r>
          </a:p>
        </p:txBody>
      </p:sp>
      <p:sp>
        <p:nvSpPr>
          <p:cNvPr id="1796" name="TextBox 1795"/>
          <p:cNvSpPr txBox="1"/>
          <p:nvPr/>
        </p:nvSpPr>
        <p:spPr>
          <a:xfrm>
            <a:off x="1055217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1795</a:t>
            </a:r>
          </a:p>
        </p:txBody>
      </p:sp>
      <p:sp>
        <p:nvSpPr>
          <p:cNvPr id="1797" name="TextBox 1796"/>
          <p:cNvSpPr txBox="1"/>
          <p:nvPr/>
        </p:nvSpPr>
        <p:spPr>
          <a:xfrm>
            <a:off x="10789920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1796</a:t>
            </a:r>
          </a:p>
        </p:txBody>
      </p:sp>
      <p:sp>
        <p:nvSpPr>
          <p:cNvPr id="1798" name="TextBox 1797"/>
          <p:cNvSpPr txBox="1"/>
          <p:nvPr/>
        </p:nvSpPr>
        <p:spPr>
          <a:xfrm>
            <a:off x="11027664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1797</a:t>
            </a:r>
          </a:p>
        </p:txBody>
      </p:sp>
      <p:sp>
        <p:nvSpPr>
          <p:cNvPr id="1799" name="TextBox 1798"/>
          <p:cNvSpPr txBox="1"/>
          <p:nvPr/>
        </p:nvSpPr>
        <p:spPr>
          <a:xfrm>
            <a:off x="11265408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1798</a:t>
            </a:r>
          </a:p>
        </p:txBody>
      </p:sp>
      <p:sp>
        <p:nvSpPr>
          <p:cNvPr id="1800" name="TextBox 1799"/>
          <p:cNvSpPr txBox="1"/>
          <p:nvPr/>
        </p:nvSpPr>
        <p:spPr>
          <a:xfrm>
            <a:off x="11503152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1799</a:t>
            </a:r>
          </a:p>
        </p:txBody>
      </p:sp>
      <p:sp>
        <p:nvSpPr>
          <p:cNvPr id="1801" name="TextBox 1800"/>
          <p:cNvSpPr txBox="1"/>
          <p:nvPr/>
        </p:nvSpPr>
        <p:spPr>
          <a:xfrm>
            <a:off x="11740896" y="5852159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1800</a:t>
            </a:r>
          </a:p>
        </p:txBody>
      </p:sp>
      <p:sp>
        <p:nvSpPr>
          <p:cNvPr id="1802" name="TextBox 1801"/>
          <p:cNvSpPr txBox="1"/>
          <p:nvPr/>
        </p:nvSpPr>
        <p:spPr>
          <a:xfrm>
            <a:off x="9144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1801</a:t>
            </a:r>
          </a:p>
        </p:txBody>
      </p:sp>
      <p:sp>
        <p:nvSpPr>
          <p:cNvPr id="1803" name="TextBox 1802"/>
          <p:cNvSpPr txBox="1"/>
          <p:nvPr/>
        </p:nvSpPr>
        <p:spPr>
          <a:xfrm>
            <a:off x="32918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1802</a:t>
            </a:r>
          </a:p>
        </p:txBody>
      </p:sp>
      <p:sp>
        <p:nvSpPr>
          <p:cNvPr id="1804" name="TextBox 1803"/>
          <p:cNvSpPr txBox="1"/>
          <p:nvPr/>
        </p:nvSpPr>
        <p:spPr>
          <a:xfrm>
            <a:off x="56692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1803</a:t>
            </a:r>
          </a:p>
        </p:txBody>
      </p:sp>
      <p:sp>
        <p:nvSpPr>
          <p:cNvPr id="1805" name="TextBox 1804"/>
          <p:cNvSpPr txBox="1"/>
          <p:nvPr/>
        </p:nvSpPr>
        <p:spPr>
          <a:xfrm>
            <a:off x="80467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1804</a:t>
            </a:r>
          </a:p>
        </p:txBody>
      </p:sp>
      <p:sp>
        <p:nvSpPr>
          <p:cNvPr id="1806" name="TextBox 1805"/>
          <p:cNvSpPr txBox="1"/>
          <p:nvPr/>
        </p:nvSpPr>
        <p:spPr>
          <a:xfrm>
            <a:off x="104241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1805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128016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1806</a:t>
            </a:r>
          </a:p>
        </p:txBody>
      </p:sp>
      <p:sp>
        <p:nvSpPr>
          <p:cNvPr id="1808" name="TextBox 1807"/>
          <p:cNvSpPr txBox="1"/>
          <p:nvPr/>
        </p:nvSpPr>
        <p:spPr>
          <a:xfrm>
            <a:off x="151790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1807</a:t>
            </a:r>
          </a:p>
        </p:txBody>
      </p:sp>
      <p:sp>
        <p:nvSpPr>
          <p:cNvPr id="1809" name="TextBox 1808"/>
          <p:cNvSpPr txBox="1"/>
          <p:nvPr/>
        </p:nvSpPr>
        <p:spPr>
          <a:xfrm>
            <a:off x="175564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1808</a:t>
            </a:r>
          </a:p>
        </p:txBody>
      </p:sp>
      <p:sp>
        <p:nvSpPr>
          <p:cNvPr id="1810" name="TextBox 1809"/>
          <p:cNvSpPr txBox="1"/>
          <p:nvPr/>
        </p:nvSpPr>
        <p:spPr>
          <a:xfrm>
            <a:off x="199339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1809</a:t>
            </a:r>
          </a:p>
        </p:txBody>
      </p:sp>
      <p:sp>
        <p:nvSpPr>
          <p:cNvPr id="1811" name="TextBox 1810"/>
          <p:cNvSpPr txBox="1"/>
          <p:nvPr/>
        </p:nvSpPr>
        <p:spPr>
          <a:xfrm>
            <a:off x="223113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1810</a:t>
            </a:r>
          </a:p>
        </p:txBody>
      </p:sp>
      <p:sp>
        <p:nvSpPr>
          <p:cNvPr id="1812" name="TextBox 1811"/>
          <p:cNvSpPr txBox="1"/>
          <p:nvPr/>
        </p:nvSpPr>
        <p:spPr>
          <a:xfrm>
            <a:off x="246888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1811</a:t>
            </a:r>
          </a:p>
        </p:txBody>
      </p:sp>
      <p:sp>
        <p:nvSpPr>
          <p:cNvPr id="1813" name="TextBox 1812"/>
          <p:cNvSpPr txBox="1"/>
          <p:nvPr/>
        </p:nvSpPr>
        <p:spPr>
          <a:xfrm>
            <a:off x="270662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1812</a:t>
            </a:r>
          </a:p>
        </p:txBody>
      </p:sp>
      <p:sp>
        <p:nvSpPr>
          <p:cNvPr id="1814" name="TextBox 1813"/>
          <p:cNvSpPr txBox="1"/>
          <p:nvPr/>
        </p:nvSpPr>
        <p:spPr>
          <a:xfrm>
            <a:off x="294436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1813</a:t>
            </a:r>
          </a:p>
        </p:txBody>
      </p:sp>
      <p:sp>
        <p:nvSpPr>
          <p:cNvPr id="1815" name="TextBox 1814"/>
          <p:cNvSpPr txBox="1"/>
          <p:nvPr/>
        </p:nvSpPr>
        <p:spPr>
          <a:xfrm>
            <a:off x="318211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1814</a:t>
            </a:r>
          </a:p>
        </p:txBody>
      </p:sp>
      <p:sp>
        <p:nvSpPr>
          <p:cNvPr id="1816" name="TextBox 1815"/>
          <p:cNvSpPr txBox="1"/>
          <p:nvPr/>
        </p:nvSpPr>
        <p:spPr>
          <a:xfrm>
            <a:off x="341985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1815</a:t>
            </a:r>
          </a:p>
        </p:txBody>
      </p:sp>
      <p:sp>
        <p:nvSpPr>
          <p:cNvPr id="1817" name="TextBox 1816"/>
          <p:cNvSpPr txBox="1"/>
          <p:nvPr/>
        </p:nvSpPr>
        <p:spPr>
          <a:xfrm>
            <a:off x="365760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1816</a:t>
            </a:r>
          </a:p>
        </p:txBody>
      </p:sp>
      <p:sp>
        <p:nvSpPr>
          <p:cNvPr id="1818" name="TextBox 1817"/>
          <p:cNvSpPr txBox="1"/>
          <p:nvPr/>
        </p:nvSpPr>
        <p:spPr>
          <a:xfrm>
            <a:off x="389534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1817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4133087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1818</a:t>
            </a:r>
          </a:p>
        </p:txBody>
      </p:sp>
      <p:sp>
        <p:nvSpPr>
          <p:cNvPr id="1820" name="TextBox 1819"/>
          <p:cNvSpPr txBox="1"/>
          <p:nvPr/>
        </p:nvSpPr>
        <p:spPr>
          <a:xfrm>
            <a:off x="4370831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1819</a:t>
            </a:r>
          </a:p>
        </p:txBody>
      </p:sp>
      <p:sp>
        <p:nvSpPr>
          <p:cNvPr id="1821" name="TextBox 1820"/>
          <p:cNvSpPr txBox="1"/>
          <p:nvPr/>
        </p:nvSpPr>
        <p:spPr>
          <a:xfrm>
            <a:off x="460857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484632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1821</a:t>
            </a:r>
          </a:p>
        </p:txBody>
      </p:sp>
      <p:sp>
        <p:nvSpPr>
          <p:cNvPr id="1823" name="TextBox 1822"/>
          <p:cNvSpPr txBox="1"/>
          <p:nvPr/>
        </p:nvSpPr>
        <p:spPr>
          <a:xfrm>
            <a:off x="508406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1822</a:t>
            </a:r>
          </a:p>
        </p:txBody>
      </p:sp>
      <p:sp>
        <p:nvSpPr>
          <p:cNvPr id="1824" name="TextBox 1823"/>
          <p:cNvSpPr txBox="1"/>
          <p:nvPr/>
        </p:nvSpPr>
        <p:spPr>
          <a:xfrm>
            <a:off x="532180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1823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555955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1824</a:t>
            </a:r>
          </a:p>
        </p:txBody>
      </p:sp>
      <p:sp>
        <p:nvSpPr>
          <p:cNvPr id="1826" name="TextBox 1825"/>
          <p:cNvSpPr txBox="1"/>
          <p:nvPr/>
        </p:nvSpPr>
        <p:spPr>
          <a:xfrm>
            <a:off x="579729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1825</a:t>
            </a:r>
          </a:p>
        </p:txBody>
      </p:sp>
      <p:sp>
        <p:nvSpPr>
          <p:cNvPr id="1827" name="TextBox 1826"/>
          <p:cNvSpPr txBox="1"/>
          <p:nvPr/>
        </p:nvSpPr>
        <p:spPr>
          <a:xfrm>
            <a:off x="603504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1826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6272783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1827</a:t>
            </a:r>
          </a:p>
        </p:txBody>
      </p:sp>
      <p:sp>
        <p:nvSpPr>
          <p:cNvPr id="1829" name="TextBox 1828"/>
          <p:cNvSpPr txBox="1"/>
          <p:nvPr/>
        </p:nvSpPr>
        <p:spPr>
          <a:xfrm>
            <a:off x="651052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1828</a:t>
            </a:r>
          </a:p>
        </p:txBody>
      </p:sp>
      <p:sp>
        <p:nvSpPr>
          <p:cNvPr id="1830" name="TextBox 1829"/>
          <p:cNvSpPr txBox="1"/>
          <p:nvPr/>
        </p:nvSpPr>
        <p:spPr>
          <a:xfrm>
            <a:off x="674827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1829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698601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1830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722376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1831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746150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1832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769924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1833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793699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1834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17473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1835</a:t>
            </a:r>
          </a:p>
        </p:txBody>
      </p:sp>
      <p:sp>
        <p:nvSpPr>
          <p:cNvPr id="1837" name="TextBox 1836"/>
          <p:cNvSpPr txBox="1"/>
          <p:nvPr/>
        </p:nvSpPr>
        <p:spPr>
          <a:xfrm>
            <a:off x="841248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1836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865022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1837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888796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1838</a:t>
            </a:r>
          </a:p>
        </p:txBody>
      </p:sp>
      <p:sp>
        <p:nvSpPr>
          <p:cNvPr id="1840" name="TextBox 1839"/>
          <p:cNvSpPr txBox="1"/>
          <p:nvPr/>
        </p:nvSpPr>
        <p:spPr>
          <a:xfrm>
            <a:off x="912571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1839</a:t>
            </a:r>
          </a:p>
        </p:txBody>
      </p:sp>
      <p:sp>
        <p:nvSpPr>
          <p:cNvPr id="1841" name="TextBox 1840"/>
          <p:cNvSpPr txBox="1"/>
          <p:nvPr/>
        </p:nvSpPr>
        <p:spPr>
          <a:xfrm>
            <a:off x="936345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1840</a:t>
            </a:r>
          </a:p>
        </p:txBody>
      </p:sp>
      <p:sp>
        <p:nvSpPr>
          <p:cNvPr id="1842" name="TextBox 1841"/>
          <p:cNvSpPr txBox="1"/>
          <p:nvPr/>
        </p:nvSpPr>
        <p:spPr>
          <a:xfrm>
            <a:off x="960120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1841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983894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1842</a:t>
            </a:r>
          </a:p>
        </p:txBody>
      </p:sp>
      <p:sp>
        <p:nvSpPr>
          <p:cNvPr id="1844" name="TextBox 1843"/>
          <p:cNvSpPr txBox="1"/>
          <p:nvPr/>
        </p:nvSpPr>
        <p:spPr>
          <a:xfrm>
            <a:off x="1007668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1843</a:t>
            </a:r>
          </a:p>
        </p:txBody>
      </p:sp>
      <p:sp>
        <p:nvSpPr>
          <p:cNvPr id="1845" name="TextBox 1844"/>
          <p:cNvSpPr txBox="1"/>
          <p:nvPr/>
        </p:nvSpPr>
        <p:spPr>
          <a:xfrm>
            <a:off x="1031443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1844</a:t>
            </a:r>
          </a:p>
        </p:txBody>
      </p:sp>
      <p:sp>
        <p:nvSpPr>
          <p:cNvPr id="1846" name="TextBox 1845"/>
          <p:cNvSpPr txBox="1"/>
          <p:nvPr/>
        </p:nvSpPr>
        <p:spPr>
          <a:xfrm>
            <a:off x="1055217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1845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10789920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1846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11027664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1847</a:t>
            </a:r>
          </a:p>
        </p:txBody>
      </p:sp>
      <p:sp>
        <p:nvSpPr>
          <p:cNvPr id="1849" name="TextBox 1848"/>
          <p:cNvSpPr txBox="1"/>
          <p:nvPr/>
        </p:nvSpPr>
        <p:spPr>
          <a:xfrm>
            <a:off x="11265408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1848</a:t>
            </a:r>
          </a:p>
        </p:txBody>
      </p:sp>
      <p:sp>
        <p:nvSpPr>
          <p:cNvPr id="1850" name="TextBox 1849"/>
          <p:cNvSpPr txBox="1"/>
          <p:nvPr/>
        </p:nvSpPr>
        <p:spPr>
          <a:xfrm>
            <a:off x="11503152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1849</a:t>
            </a:r>
          </a:p>
        </p:txBody>
      </p:sp>
      <p:sp>
        <p:nvSpPr>
          <p:cNvPr id="1851" name="TextBox 1850"/>
          <p:cNvSpPr txBox="1"/>
          <p:nvPr/>
        </p:nvSpPr>
        <p:spPr>
          <a:xfrm>
            <a:off x="11740896" y="6016751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1850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9144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1851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32918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1852</a:t>
            </a:r>
          </a:p>
        </p:txBody>
      </p:sp>
      <p:sp>
        <p:nvSpPr>
          <p:cNvPr id="1854" name="TextBox 1853"/>
          <p:cNvSpPr txBox="1"/>
          <p:nvPr/>
        </p:nvSpPr>
        <p:spPr>
          <a:xfrm>
            <a:off x="56692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1853</a:t>
            </a:r>
          </a:p>
        </p:txBody>
      </p:sp>
      <p:sp>
        <p:nvSpPr>
          <p:cNvPr id="1855" name="TextBox 1854"/>
          <p:cNvSpPr txBox="1"/>
          <p:nvPr/>
        </p:nvSpPr>
        <p:spPr>
          <a:xfrm>
            <a:off x="80467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1854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04241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1855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128016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1856</a:t>
            </a:r>
          </a:p>
        </p:txBody>
      </p:sp>
      <p:sp>
        <p:nvSpPr>
          <p:cNvPr id="1858" name="TextBox 1857"/>
          <p:cNvSpPr txBox="1"/>
          <p:nvPr/>
        </p:nvSpPr>
        <p:spPr>
          <a:xfrm>
            <a:off x="151790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1857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75564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1858</a:t>
            </a:r>
          </a:p>
        </p:txBody>
      </p:sp>
      <p:sp>
        <p:nvSpPr>
          <p:cNvPr id="1860" name="TextBox 1859"/>
          <p:cNvSpPr txBox="1"/>
          <p:nvPr/>
        </p:nvSpPr>
        <p:spPr>
          <a:xfrm>
            <a:off x="199339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1859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223113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1860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246888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1861</a:t>
            </a:r>
          </a:p>
        </p:txBody>
      </p:sp>
      <p:sp>
        <p:nvSpPr>
          <p:cNvPr id="1863" name="TextBox 1862"/>
          <p:cNvSpPr txBox="1"/>
          <p:nvPr/>
        </p:nvSpPr>
        <p:spPr>
          <a:xfrm>
            <a:off x="270662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294436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1863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318211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1864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341985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1865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365760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1866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89534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1867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4133087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1868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4370831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1869</a:t>
            </a:r>
          </a:p>
        </p:txBody>
      </p:sp>
      <p:sp>
        <p:nvSpPr>
          <p:cNvPr id="1871" name="TextBox 1870"/>
          <p:cNvSpPr txBox="1"/>
          <p:nvPr/>
        </p:nvSpPr>
        <p:spPr>
          <a:xfrm>
            <a:off x="460857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1870</a:t>
            </a:r>
          </a:p>
        </p:txBody>
      </p:sp>
      <p:sp>
        <p:nvSpPr>
          <p:cNvPr id="1872" name="TextBox 1871"/>
          <p:cNvSpPr txBox="1"/>
          <p:nvPr/>
        </p:nvSpPr>
        <p:spPr>
          <a:xfrm>
            <a:off x="484632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1871</a:t>
            </a:r>
          </a:p>
        </p:txBody>
      </p:sp>
      <p:sp>
        <p:nvSpPr>
          <p:cNvPr id="1873" name="TextBox 1872"/>
          <p:cNvSpPr txBox="1"/>
          <p:nvPr/>
        </p:nvSpPr>
        <p:spPr>
          <a:xfrm>
            <a:off x="508406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1872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532180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1873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555955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1874</a:t>
            </a:r>
          </a:p>
        </p:txBody>
      </p:sp>
      <p:sp>
        <p:nvSpPr>
          <p:cNvPr id="1876" name="TextBox 1875"/>
          <p:cNvSpPr txBox="1"/>
          <p:nvPr/>
        </p:nvSpPr>
        <p:spPr>
          <a:xfrm>
            <a:off x="579729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1875</a:t>
            </a:r>
          </a:p>
        </p:txBody>
      </p:sp>
      <p:sp>
        <p:nvSpPr>
          <p:cNvPr id="1877" name="TextBox 1876"/>
          <p:cNvSpPr txBox="1"/>
          <p:nvPr/>
        </p:nvSpPr>
        <p:spPr>
          <a:xfrm>
            <a:off x="603504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1876</a:t>
            </a:r>
          </a:p>
        </p:txBody>
      </p:sp>
      <p:sp>
        <p:nvSpPr>
          <p:cNvPr id="1878" name="TextBox 1877"/>
          <p:cNvSpPr txBox="1"/>
          <p:nvPr/>
        </p:nvSpPr>
        <p:spPr>
          <a:xfrm>
            <a:off x="6272783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1877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651052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1878</a:t>
            </a:r>
          </a:p>
        </p:txBody>
      </p:sp>
      <p:sp>
        <p:nvSpPr>
          <p:cNvPr id="1880" name="TextBox 1879"/>
          <p:cNvSpPr txBox="1"/>
          <p:nvPr/>
        </p:nvSpPr>
        <p:spPr>
          <a:xfrm>
            <a:off x="674827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1879</a:t>
            </a:r>
          </a:p>
        </p:txBody>
      </p:sp>
      <p:sp>
        <p:nvSpPr>
          <p:cNvPr id="1881" name="TextBox 1880"/>
          <p:cNvSpPr txBox="1"/>
          <p:nvPr/>
        </p:nvSpPr>
        <p:spPr>
          <a:xfrm>
            <a:off x="698601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1880</a:t>
            </a:r>
          </a:p>
        </p:txBody>
      </p:sp>
      <p:sp>
        <p:nvSpPr>
          <p:cNvPr id="1882" name="TextBox 1881"/>
          <p:cNvSpPr txBox="1"/>
          <p:nvPr/>
        </p:nvSpPr>
        <p:spPr>
          <a:xfrm>
            <a:off x="722376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1881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746150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1882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769924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1883</a:t>
            </a:r>
          </a:p>
        </p:txBody>
      </p:sp>
      <p:sp>
        <p:nvSpPr>
          <p:cNvPr id="1885" name="TextBox 1884"/>
          <p:cNvSpPr txBox="1"/>
          <p:nvPr/>
        </p:nvSpPr>
        <p:spPr>
          <a:xfrm>
            <a:off x="793699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1884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817473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1885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841248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1886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865022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1887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888796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1888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912571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1889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936345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1890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960120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1891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983894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1892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007668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1893</a:t>
            </a:r>
          </a:p>
        </p:txBody>
      </p:sp>
      <p:sp>
        <p:nvSpPr>
          <p:cNvPr id="1895" name="TextBox 1894"/>
          <p:cNvSpPr txBox="1"/>
          <p:nvPr/>
        </p:nvSpPr>
        <p:spPr>
          <a:xfrm>
            <a:off x="1031443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1894</a:t>
            </a:r>
          </a:p>
        </p:txBody>
      </p:sp>
      <p:sp>
        <p:nvSpPr>
          <p:cNvPr id="1896" name="TextBox 1895"/>
          <p:cNvSpPr txBox="1"/>
          <p:nvPr/>
        </p:nvSpPr>
        <p:spPr>
          <a:xfrm>
            <a:off x="1055217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0789920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1896</a:t>
            </a:r>
          </a:p>
        </p:txBody>
      </p:sp>
      <p:sp>
        <p:nvSpPr>
          <p:cNvPr id="1898" name="TextBox 1897"/>
          <p:cNvSpPr txBox="1"/>
          <p:nvPr/>
        </p:nvSpPr>
        <p:spPr>
          <a:xfrm>
            <a:off x="11027664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1897</a:t>
            </a:r>
          </a:p>
        </p:txBody>
      </p:sp>
      <p:sp>
        <p:nvSpPr>
          <p:cNvPr id="1899" name="TextBox 1898"/>
          <p:cNvSpPr txBox="1"/>
          <p:nvPr/>
        </p:nvSpPr>
        <p:spPr>
          <a:xfrm>
            <a:off x="11265408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1898</a:t>
            </a:r>
          </a:p>
        </p:txBody>
      </p:sp>
      <p:sp>
        <p:nvSpPr>
          <p:cNvPr id="1900" name="TextBox 1899"/>
          <p:cNvSpPr txBox="1"/>
          <p:nvPr/>
        </p:nvSpPr>
        <p:spPr>
          <a:xfrm>
            <a:off x="11503152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1899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11740896" y="6181344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1900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9144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1901</a:t>
            </a:r>
          </a:p>
        </p:txBody>
      </p:sp>
      <p:sp>
        <p:nvSpPr>
          <p:cNvPr id="1903" name="TextBox 1902"/>
          <p:cNvSpPr txBox="1"/>
          <p:nvPr/>
        </p:nvSpPr>
        <p:spPr>
          <a:xfrm>
            <a:off x="32918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1902</a:t>
            </a:r>
          </a:p>
        </p:txBody>
      </p:sp>
      <p:sp>
        <p:nvSpPr>
          <p:cNvPr id="1904" name="TextBox 1903"/>
          <p:cNvSpPr txBox="1"/>
          <p:nvPr/>
        </p:nvSpPr>
        <p:spPr>
          <a:xfrm>
            <a:off x="56692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1903</a:t>
            </a:r>
          </a:p>
        </p:txBody>
      </p:sp>
      <p:sp>
        <p:nvSpPr>
          <p:cNvPr id="1905" name="TextBox 1904"/>
          <p:cNvSpPr txBox="1"/>
          <p:nvPr/>
        </p:nvSpPr>
        <p:spPr>
          <a:xfrm>
            <a:off x="80467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1904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04241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1905</a:t>
            </a:r>
          </a:p>
        </p:txBody>
      </p:sp>
      <p:sp>
        <p:nvSpPr>
          <p:cNvPr id="1907" name="TextBox 1906"/>
          <p:cNvSpPr txBox="1"/>
          <p:nvPr/>
        </p:nvSpPr>
        <p:spPr>
          <a:xfrm>
            <a:off x="128016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1906</a:t>
            </a:r>
          </a:p>
        </p:txBody>
      </p:sp>
      <p:sp>
        <p:nvSpPr>
          <p:cNvPr id="1908" name="TextBox 1907"/>
          <p:cNvSpPr txBox="1"/>
          <p:nvPr/>
        </p:nvSpPr>
        <p:spPr>
          <a:xfrm>
            <a:off x="151790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1907</a:t>
            </a:r>
          </a:p>
        </p:txBody>
      </p:sp>
      <p:sp>
        <p:nvSpPr>
          <p:cNvPr id="1909" name="TextBox 1908"/>
          <p:cNvSpPr txBox="1"/>
          <p:nvPr/>
        </p:nvSpPr>
        <p:spPr>
          <a:xfrm>
            <a:off x="175564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1908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199339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1909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223113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1910</a:t>
            </a:r>
          </a:p>
        </p:txBody>
      </p:sp>
      <p:sp>
        <p:nvSpPr>
          <p:cNvPr id="1912" name="TextBox 1911"/>
          <p:cNvSpPr txBox="1"/>
          <p:nvPr/>
        </p:nvSpPr>
        <p:spPr>
          <a:xfrm>
            <a:off x="246888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1911</a:t>
            </a:r>
          </a:p>
        </p:txBody>
      </p:sp>
      <p:sp>
        <p:nvSpPr>
          <p:cNvPr id="1913" name="TextBox 1912"/>
          <p:cNvSpPr txBox="1"/>
          <p:nvPr/>
        </p:nvSpPr>
        <p:spPr>
          <a:xfrm>
            <a:off x="270662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1912</a:t>
            </a:r>
          </a:p>
        </p:txBody>
      </p:sp>
      <p:sp>
        <p:nvSpPr>
          <p:cNvPr id="1914" name="TextBox 1913"/>
          <p:cNvSpPr txBox="1"/>
          <p:nvPr/>
        </p:nvSpPr>
        <p:spPr>
          <a:xfrm>
            <a:off x="294436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1913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318211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1914</a:t>
            </a:r>
          </a:p>
        </p:txBody>
      </p:sp>
      <p:sp>
        <p:nvSpPr>
          <p:cNvPr id="1916" name="TextBox 1915"/>
          <p:cNvSpPr txBox="1"/>
          <p:nvPr/>
        </p:nvSpPr>
        <p:spPr>
          <a:xfrm>
            <a:off x="341985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1915</a:t>
            </a:r>
          </a:p>
        </p:txBody>
      </p:sp>
      <p:sp>
        <p:nvSpPr>
          <p:cNvPr id="1917" name="TextBox 1916"/>
          <p:cNvSpPr txBox="1"/>
          <p:nvPr/>
        </p:nvSpPr>
        <p:spPr>
          <a:xfrm>
            <a:off x="365760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1916</a:t>
            </a:r>
          </a:p>
        </p:txBody>
      </p:sp>
      <p:sp>
        <p:nvSpPr>
          <p:cNvPr id="1918" name="TextBox 1917"/>
          <p:cNvSpPr txBox="1"/>
          <p:nvPr/>
        </p:nvSpPr>
        <p:spPr>
          <a:xfrm>
            <a:off x="389534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1917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4133087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1918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4370831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1919</a:t>
            </a:r>
          </a:p>
        </p:txBody>
      </p:sp>
      <p:sp>
        <p:nvSpPr>
          <p:cNvPr id="1921" name="TextBox 1920"/>
          <p:cNvSpPr txBox="1"/>
          <p:nvPr/>
        </p:nvSpPr>
        <p:spPr>
          <a:xfrm>
            <a:off x="460857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1920</a:t>
            </a:r>
          </a:p>
        </p:txBody>
      </p:sp>
      <p:sp>
        <p:nvSpPr>
          <p:cNvPr id="1922" name="TextBox 1921"/>
          <p:cNvSpPr txBox="1"/>
          <p:nvPr/>
        </p:nvSpPr>
        <p:spPr>
          <a:xfrm>
            <a:off x="484632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1921</a:t>
            </a:r>
          </a:p>
        </p:txBody>
      </p:sp>
      <p:sp>
        <p:nvSpPr>
          <p:cNvPr id="1923" name="TextBox 1922"/>
          <p:cNvSpPr txBox="1"/>
          <p:nvPr/>
        </p:nvSpPr>
        <p:spPr>
          <a:xfrm>
            <a:off x="508406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1922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532180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1923</a:t>
            </a:r>
          </a:p>
        </p:txBody>
      </p:sp>
      <p:sp>
        <p:nvSpPr>
          <p:cNvPr id="1925" name="TextBox 1924"/>
          <p:cNvSpPr txBox="1"/>
          <p:nvPr/>
        </p:nvSpPr>
        <p:spPr>
          <a:xfrm>
            <a:off x="555955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1924</a:t>
            </a:r>
          </a:p>
        </p:txBody>
      </p:sp>
      <p:sp>
        <p:nvSpPr>
          <p:cNvPr id="1926" name="TextBox 1925"/>
          <p:cNvSpPr txBox="1"/>
          <p:nvPr/>
        </p:nvSpPr>
        <p:spPr>
          <a:xfrm>
            <a:off x="579729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1925</a:t>
            </a:r>
          </a:p>
        </p:txBody>
      </p:sp>
      <p:sp>
        <p:nvSpPr>
          <p:cNvPr id="1927" name="TextBox 1926"/>
          <p:cNvSpPr txBox="1"/>
          <p:nvPr/>
        </p:nvSpPr>
        <p:spPr>
          <a:xfrm>
            <a:off x="603504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1926</a:t>
            </a:r>
          </a:p>
        </p:txBody>
      </p:sp>
      <p:sp>
        <p:nvSpPr>
          <p:cNvPr id="1928" name="TextBox 1927"/>
          <p:cNvSpPr txBox="1"/>
          <p:nvPr/>
        </p:nvSpPr>
        <p:spPr>
          <a:xfrm>
            <a:off x="6272783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1927</a:t>
            </a:r>
          </a:p>
        </p:txBody>
      </p:sp>
      <p:sp>
        <p:nvSpPr>
          <p:cNvPr id="1929" name="TextBox 1928"/>
          <p:cNvSpPr txBox="1"/>
          <p:nvPr/>
        </p:nvSpPr>
        <p:spPr>
          <a:xfrm>
            <a:off x="651052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1928</a:t>
            </a:r>
          </a:p>
        </p:txBody>
      </p:sp>
      <p:sp>
        <p:nvSpPr>
          <p:cNvPr id="1930" name="TextBox 1929"/>
          <p:cNvSpPr txBox="1"/>
          <p:nvPr/>
        </p:nvSpPr>
        <p:spPr>
          <a:xfrm>
            <a:off x="674827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1929</a:t>
            </a:r>
          </a:p>
        </p:txBody>
      </p:sp>
      <p:sp>
        <p:nvSpPr>
          <p:cNvPr id="1931" name="TextBox 1930"/>
          <p:cNvSpPr txBox="1"/>
          <p:nvPr/>
        </p:nvSpPr>
        <p:spPr>
          <a:xfrm>
            <a:off x="698601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1930</a:t>
            </a:r>
          </a:p>
        </p:txBody>
      </p:sp>
      <p:sp>
        <p:nvSpPr>
          <p:cNvPr id="1932" name="TextBox 1931"/>
          <p:cNvSpPr txBox="1"/>
          <p:nvPr/>
        </p:nvSpPr>
        <p:spPr>
          <a:xfrm>
            <a:off x="722376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1931</a:t>
            </a:r>
          </a:p>
        </p:txBody>
      </p:sp>
      <p:sp>
        <p:nvSpPr>
          <p:cNvPr id="1933" name="TextBox 1932"/>
          <p:cNvSpPr txBox="1"/>
          <p:nvPr/>
        </p:nvSpPr>
        <p:spPr>
          <a:xfrm>
            <a:off x="746150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1932</a:t>
            </a:r>
          </a:p>
        </p:txBody>
      </p:sp>
      <p:sp>
        <p:nvSpPr>
          <p:cNvPr id="1934" name="TextBox 1933"/>
          <p:cNvSpPr txBox="1"/>
          <p:nvPr/>
        </p:nvSpPr>
        <p:spPr>
          <a:xfrm>
            <a:off x="769924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1933</a:t>
            </a:r>
          </a:p>
        </p:txBody>
      </p:sp>
      <p:sp>
        <p:nvSpPr>
          <p:cNvPr id="1935" name="TextBox 1934"/>
          <p:cNvSpPr txBox="1"/>
          <p:nvPr/>
        </p:nvSpPr>
        <p:spPr>
          <a:xfrm>
            <a:off x="793699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1934</a:t>
            </a:r>
          </a:p>
        </p:txBody>
      </p:sp>
      <p:sp>
        <p:nvSpPr>
          <p:cNvPr id="1936" name="TextBox 1935"/>
          <p:cNvSpPr txBox="1"/>
          <p:nvPr/>
        </p:nvSpPr>
        <p:spPr>
          <a:xfrm>
            <a:off x="817473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1935</a:t>
            </a:r>
          </a:p>
        </p:txBody>
      </p:sp>
      <p:sp>
        <p:nvSpPr>
          <p:cNvPr id="1937" name="TextBox 1936"/>
          <p:cNvSpPr txBox="1"/>
          <p:nvPr/>
        </p:nvSpPr>
        <p:spPr>
          <a:xfrm>
            <a:off x="841248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1936</a:t>
            </a:r>
          </a:p>
        </p:txBody>
      </p:sp>
      <p:sp>
        <p:nvSpPr>
          <p:cNvPr id="1938" name="TextBox 1937"/>
          <p:cNvSpPr txBox="1"/>
          <p:nvPr/>
        </p:nvSpPr>
        <p:spPr>
          <a:xfrm>
            <a:off x="865022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1937</a:t>
            </a:r>
          </a:p>
        </p:txBody>
      </p:sp>
      <p:sp>
        <p:nvSpPr>
          <p:cNvPr id="1939" name="TextBox 1938"/>
          <p:cNvSpPr txBox="1"/>
          <p:nvPr/>
        </p:nvSpPr>
        <p:spPr>
          <a:xfrm>
            <a:off x="888796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1938</a:t>
            </a:r>
          </a:p>
        </p:txBody>
      </p:sp>
      <p:sp>
        <p:nvSpPr>
          <p:cNvPr id="1940" name="TextBox 1939"/>
          <p:cNvSpPr txBox="1"/>
          <p:nvPr/>
        </p:nvSpPr>
        <p:spPr>
          <a:xfrm>
            <a:off x="912571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1939</a:t>
            </a:r>
          </a:p>
        </p:txBody>
      </p:sp>
      <p:sp>
        <p:nvSpPr>
          <p:cNvPr id="1941" name="TextBox 1940"/>
          <p:cNvSpPr txBox="1"/>
          <p:nvPr/>
        </p:nvSpPr>
        <p:spPr>
          <a:xfrm>
            <a:off x="936345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1940</a:t>
            </a:r>
          </a:p>
        </p:txBody>
      </p:sp>
      <p:sp>
        <p:nvSpPr>
          <p:cNvPr id="1942" name="TextBox 1941"/>
          <p:cNvSpPr txBox="1"/>
          <p:nvPr/>
        </p:nvSpPr>
        <p:spPr>
          <a:xfrm>
            <a:off x="960120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1941</a:t>
            </a:r>
          </a:p>
        </p:txBody>
      </p:sp>
      <p:sp>
        <p:nvSpPr>
          <p:cNvPr id="1943" name="TextBox 1942"/>
          <p:cNvSpPr txBox="1"/>
          <p:nvPr/>
        </p:nvSpPr>
        <p:spPr>
          <a:xfrm>
            <a:off x="983894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1942</a:t>
            </a:r>
          </a:p>
        </p:txBody>
      </p:sp>
      <p:sp>
        <p:nvSpPr>
          <p:cNvPr id="1944" name="TextBox 1943"/>
          <p:cNvSpPr txBox="1"/>
          <p:nvPr/>
        </p:nvSpPr>
        <p:spPr>
          <a:xfrm>
            <a:off x="1007668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1943</a:t>
            </a:r>
          </a:p>
        </p:txBody>
      </p:sp>
      <p:sp>
        <p:nvSpPr>
          <p:cNvPr id="1945" name="TextBox 1944"/>
          <p:cNvSpPr txBox="1"/>
          <p:nvPr/>
        </p:nvSpPr>
        <p:spPr>
          <a:xfrm>
            <a:off x="1031443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1944</a:t>
            </a:r>
          </a:p>
        </p:txBody>
      </p:sp>
      <p:sp>
        <p:nvSpPr>
          <p:cNvPr id="1946" name="TextBox 1945"/>
          <p:cNvSpPr txBox="1"/>
          <p:nvPr/>
        </p:nvSpPr>
        <p:spPr>
          <a:xfrm>
            <a:off x="1055217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1945</a:t>
            </a:r>
          </a:p>
        </p:txBody>
      </p:sp>
      <p:sp>
        <p:nvSpPr>
          <p:cNvPr id="1947" name="TextBox 1946"/>
          <p:cNvSpPr txBox="1"/>
          <p:nvPr/>
        </p:nvSpPr>
        <p:spPr>
          <a:xfrm>
            <a:off x="10789920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1946</a:t>
            </a:r>
          </a:p>
        </p:txBody>
      </p:sp>
      <p:sp>
        <p:nvSpPr>
          <p:cNvPr id="1948" name="TextBox 1947"/>
          <p:cNvSpPr txBox="1"/>
          <p:nvPr/>
        </p:nvSpPr>
        <p:spPr>
          <a:xfrm>
            <a:off x="11027664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1947</a:t>
            </a:r>
          </a:p>
        </p:txBody>
      </p:sp>
      <p:sp>
        <p:nvSpPr>
          <p:cNvPr id="1949" name="TextBox 1948"/>
          <p:cNvSpPr txBox="1"/>
          <p:nvPr/>
        </p:nvSpPr>
        <p:spPr>
          <a:xfrm>
            <a:off x="11265408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1948</a:t>
            </a:r>
          </a:p>
        </p:txBody>
      </p:sp>
      <p:sp>
        <p:nvSpPr>
          <p:cNvPr id="1950" name="TextBox 1949"/>
          <p:cNvSpPr txBox="1"/>
          <p:nvPr/>
        </p:nvSpPr>
        <p:spPr>
          <a:xfrm>
            <a:off x="11503152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1949</a:t>
            </a:r>
          </a:p>
        </p:txBody>
      </p:sp>
      <p:sp>
        <p:nvSpPr>
          <p:cNvPr id="1951" name="TextBox 1950"/>
          <p:cNvSpPr txBox="1"/>
          <p:nvPr/>
        </p:nvSpPr>
        <p:spPr>
          <a:xfrm>
            <a:off x="11740896" y="6345936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1950</a:t>
            </a:r>
          </a:p>
        </p:txBody>
      </p:sp>
      <p:sp>
        <p:nvSpPr>
          <p:cNvPr id="1952" name="TextBox 1951"/>
          <p:cNvSpPr txBox="1"/>
          <p:nvPr/>
        </p:nvSpPr>
        <p:spPr>
          <a:xfrm>
            <a:off x="9144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1951</a:t>
            </a:r>
          </a:p>
        </p:txBody>
      </p:sp>
      <p:sp>
        <p:nvSpPr>
          <p:cNvPr id="1953" name="TextBox 1952"/>
          <p:cNvSpPr txBox="1"/>
          <p:nvPr/>
        </p:nvSpPr>
        <p:spPr>
          <a:xfrm>
            <a:off x="32918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1952</a:t>
            </a:r>
          </a:p>
        </p:txBody>
      </p:sp>
      <p:sp>
        <p:nvSpPr>
          <p:cNvPr id="1954" name="TextBox 1953"/>
          <p:cNvSpPr txBox="1"/>
          <p:nvPr/>
        </p:nvSpPr>
        <p:spPr>
          <a:xfrm>
            <a:off x="56692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1953</a:t>
            </a:r>
          </a:p>
        </p:txBody>
      </p:sp>
      <p:sp>
        <p:nvSpPr>
          <p:cNvPr id="1955" name="TextBox 1954"/>
          <p:cNvSpPr txBox="1"/>
          <p:nvPr/>
        </p:nvSpPr>
        <p:spPr>
          <a:xfrm>
            <a:off x="80467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1954</a:t>
            </a:r>
          </a:p>
        </p:txBody>
      </p:sp>
      <p:sp>
        <p:nvSpPr>
          <p:cNvPr id="1956" name="TextBox 1955"/>
          <p:cNvSpPr txBox="1"/>
          <p:nvPr/>
        </p:nvSpPr>
        <p:spPr>
          <a:xfrm>
            <a:off x="104241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1955</a:t>
            </a:r>
          </a:p>
        </p:txBody>
      </p:sp>
      <p:sp>
        <p:nvSpPr>
          <p:cNvPr id="1957" name="TextBox 1956"/>
          <p:cNvSpPr txBox="1"/>
          <p:nvPr/>
        </p:nvSpPr>
        <p:spPr>
          <a:xfrm>
            <a:off x="128016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1956</a:t>
            </a:r>
          </a:p>
        </p:txBody>
      </p:sp>
      <p:sp>
        <p:nvSpPr>
          <p:cNvPr id="1958" name="TextBox 1957"/>
          <p:cNvSpPr txBox="1"/>
          <p:nvPr/>
        </p:nvSpPr>
        <p:spPr>
          <a:xfrm>
            <a:off x="151790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1957</a:t>
            </a:r>
          </a:p>
        </p:txBody>
      </p:sp>
      <p:sp>
        <p:nvSpPr>
          <p:cNvPr id="1959" name="TextBox 1958"/>
          <p:cNvSpPr txBox="1"/>
          <p:nvPr/>
        </p:nvSpPr>
        <p:spPr>
          <a:xfrm>
            <a:off x="175564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1958</a:t>
            </a:r>
          </a:p>
        </p:txBody>
      </p:sp>
      <p:sp>
        <p:nvSpPr>
          <p:cNvPr id="1960" name="TextBox 1959"/>
          <p:cNvSpPr txBox="1"/>
          <p:nvPr/>
        </p:nvSpPr>
        <p:spPr>
          <a:xfrm>
            <a:off x="199339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1959</a:t>
            </a:r>
          </a:p>
        </p:txBody>
      </p:sp>
      <p:sp>
        <p:nvSpPr>
          <p:cNvPr id="1961" name="TextBox 1960"/>
          <p:cNvSpPr txBox="1"/>
          <p:nvPr/>
        </p:nvSpPr>
        <p:spPr>
          <a:xfrm>
            <a:off x="223113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1960</a:t>
            </a:r>
          </a:p>
        </p:txBody>
      </p:sp>
      <p:sp>
        <p:nvSpPr>
          <p:cNvPr id="1962" name="TextBox 1961"/>
          <p:cNvSpPr txBox="1"/>
          <p:nvPr/>
        </p:nvSpPr>
        <p:spPr>
          <a:xfrm>
            <a:off x="246888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1961</a:t>
            </a:r>
          </a:p>
        </p:txBody>
      </p:sp>
      <p:sp>
        <p:nvSpPr>
          <p:cNvPr id="1963" name="TextBox 1962"/>
          <p:cNvSpPr txBox="1"/>
          <p:nvPr/>
        </p:nvSpPr>
        <p:spPr>
          <a:xfrm>
            <a:off x="270662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1962</a:t>
            </a:r>
          </a:p>
        </p:txBody>
      </p:sp>
      <p:sp>
        <p:nvSpPr>
          <p:cNvPr id="1964" name="TextBox 1963"/>
          <p:cNvSpPr txBox="1"/>
          <p:nvPr/>
        </p:nvSpPr>
        <p:spPr>
          <a:xfrm>
            <a:off x="294436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1963</a:t>
            </a:r>
          </a:p>
        </p:txBody>
      </p:sp>
      <p:sp>
        <p:nvSpPr>
          <p:cNvPr id="1965" name="TextBox 1964"/>
          <p:cNvSpPr txBox="1"/>
          <p:nvPr/>
        </p:nvSpPr>
        <p:spPr>
          <a:xfrm>
            <a:off x="318211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1964</a:t>
            </a:r>
          </a:p>
        </p:txBody>
      </p:sp>
      <p:sp>
        <p:nvSpPr>
          <p:cNvPr id="1966" name="TextBox 1965"/>
          <p:cNvSpPr txBox="1"/>
          <p:nvPr/>
        </p:nvSpPr>
        <p:spPr>
          <a:xfrm>
            <a:off x="341985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1965</a:t>
            </a:r>
          </a:p>
        </p:txBody>
      </p:sp>
      <p:sp>
        <p:nvSpPr>
          <p:cNvPr id="1967" name="TextBox 1966"/>
          <p:cNvSpPr txBox="1"/>
          <p:nvPr/>
        </p:nvSpPr>
        <p:spPr>
          <a:xfrm>
            <a:off x="365760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1966</a:t>
            </a:r>
          </a:p>
        </p:txBody>
      </p:sp>
      <p:sp>
        <p:nvSpPr>
          <p:cNvPr id="1968" name="TextBox 1967"/>
          <p:cNvSpPr txBox="1"/>
          <p:nvPr/>
        </p:nvSpPr>
        <p:spPr>
          <a:xfrm>
            <a:off x="389534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1967</a:t>
            </a:r>
          </a:p>
        </p:txBody>
      </p:sp>
      <p:sp>
        <p:nvSpPr>
          <p:cNvPr id="1969" name="TextBox 1968"/>
          <p:cNvSpPr txBox="1"/>
          <p:nvPr/>
        </p:nvSpPr>
        <p:spPr>
          <a:xfrm>
            <a:off x="4133087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1968</a:t>
            </a:r>
          </a:p>
        </p:txBody>
      </p:sp>
      <p:sp>
        <p:nvSpPr>
          <p:cNvPr id="1970" name="TextBox 1969"/>
          <p:cNvSpPr txBox="1"/>
          <p:nvPr/>
        </p:nvSpPr>
        <p:spPr>
          <a:xfrm>
            <a:off x="4370831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1969</a:t>
            </a:r>
          </a:p>
        </p:txBody>
      </p:sp>
      <p:sp>
        <p:nvSpPr>
          <p:cNvPr id="1971" name="TextBox 1970"/>
          <p:cNvSpPr txBox="1"/>
          <p:nvPr/>
        </p:nvSpPr>
        <p:spPr>
          <a:xfrm>
            <a:off x="460857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1970</a:t>
            </a:r>
          </a:p>
        </p:txBody>
      </p:sp>
      <p:sp>
        <p:nvSpPr>
          <p:cNvPr id="1972" name="TextBox 1971"/>
          <p:cNvSpPr txBox="1"/>
          <p:nvPr/>
        </p:nvSpPr>
        <p:spPr>
          <a:xfrm>
            <a:off x="484632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1971</a:t>
            </a:r>
          </a:p>
        </p:txBody>
      </p:sp>
      <p:sp>
        <p:nvSpPr>
          <p:cNvPr id="1973" name="TextBox 1972"/>
          <p:cNvSpPr txBox="1"/>
          <p:nvPr/>
        </p:nvSpPr>
        <p:spPr>
          <a:xfrm>
            <a:off x="508406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1972</a:t>
            </a:r>
          </a:p>
        </p:txBody>
      </p:sp>
      <p:sp>
        <p:nvSpPr>
          <p:cNvPr id="1974" name="TextBox 1973"/>
          <p:cNvSpPr txBox="1"/>
          <p:nvPr/>
        </p:nvSpPr>
        <p:spPr>
          <a:xfrm>
            <a:off x="532180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1973</a:t>
            </a:r>
          </a:p>
        </p:txBody>
      </p:sp>
      <p:sp>
        <p:nvSpPr>
          <p:cNvPr id="1975" name="TextBox 1974"/>
          <p:cNvSpPr txBox="1"/>
          <p:nvPr/>
        </p:nvSpPr>
        <p:spPr>
          <a:xfrm>
            <a:off x="555955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1974</a:t>
            </a:r>
          </a:p>
        </p:txBody>
      </p:sp>
      <p:sp>
        <p:nvSpPr>
          <p:cNvPr id="1976" name="TextBox 1975"/>
          <p:cNvSpPr txBox="1"/>
          <p:nvPr/>
        </p:nvSpPr>
        <p:spPr>
          <a:xfrm>
            <a:off x="579729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1975</a:t>
            </a:r>
          </a:p>
        </p:txBody>
      </p:sp>
      <p:sp>
        <p:nvSpPr>
          <p:cNvPr id="1977" name="TextBox 1976"/>
          <p:cNvSpPr txBox="1"/>
          <p:nvPr/>
        </p:nvSpPr>
        <p:spPr>
          <a:xfrm>
            <a:off x="603504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1976</a:t>
            </a:r>
          </a:p>
        </p:txBody>
      </p:sp>
      <p:sp>
        <p:nvSpPr>
          <p:cNvPr id="1978" name="TextBox 1977"/>
          <p:cNvSpPr txBox="1"/>
          <p:nvPr/>
        </p:nvSpPr>
        <p:spPr>
          <a:xfrm>
            <a:off x="6272783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1977</a:t>
            </a:r>
          </a:p>
        </p:txBody>
      </p:sp>
      <p:sp>
        <p:nvSpPr>
          <p:cNvPr id="1979" name="TextBox 1978"/>
          <p:cNvSpPr txBox="1"/>
          <p:nvPr/>
        </p:nvSpPr>
        <p:spPr>
          <a:xfrm>
            <a:off x="651052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1978</a:t>
            </a:r>
          </a:p>
        </p:txBody>
      </p:sp>
      <p:sp>
        <p:nvSpPr>
          <p:cNvPr id="1980" name="TextBox 1979"/>
          <p:cNvSpPr txBox="1"/>
          <p:nvPr/>
        </p:nvSpPr>
        <p:spPr>
          <a:xfrm>
            <a:off x="674827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1979</a:t>
            </a:r>
          </a:p>
        </p:txBody>
      </p:sp>
      <p:sp>
        <p:nvSpPr>
          <p:cNvPr id="1981" name="TextBox 1980"/>
          <p:cNvSpPr txBox="1"/>
          <p:nvPr/>
        </p:nvSpPr>
        <p:spPr>
          <a:xfrm>
            <a:off x="698601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1980</a:t>
            </a:r>
          </a:p>
        </p:txBody>
      </p:sp>
      <p:sp>
        <p:nvSpPr>
          <p:cNvPr id="1982" name="TextBox 1981"/>
          <p:cNvSpPr txBox="1"/>
          <p:nvPr/>
        </p:nvSpPr>
        <p:spPr>
          <a:xfrm>
            <a:off x="722376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1981</a:t>
            </a:r>
          </a:p>
        </p:txBody>
      </p:sp>
      <p:sp>
        <p:nvSpPr>
          <p:cNvPr id="1983" name="TextBox 1982"/>
          <p:cNvSpPr txBox="1"/>
          <p:nvPr/>
        </p:nvSpPr>
        <p:spPr>
          <a:xfrm>
            <a:off x="746150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1982</a:t>
            </a:r>
          </a:p>
        </p:txBody>
      </p:sp>
      <p:sp>
        <p:nvSpPr>
          <p:cNvPr id="1984" name="TextBox 1983"/>
          <p:cNvSpPr txBox="1"/>
          <p:nvPr/>
        </p:nvSpPr>
        <p:spPr>
          <a:xfrm>
            <a:off x="769924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1983</a:t>
            </a:r>
          </a:p>
        </p:txBody>
      </p:sp>
      <p:sp>
        <p:nvSpPr>
          <p:cNvPr id="1985" name="TextBox 1984"/>
          <p:cNvSpPr txBox="1"/>
          <p:nvPr/>
        </p:nvSpPr>
        <p:spPr>
          <a:xfrm>
            <a:off x="793699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1984</a:t>
            </a:r>
          </a:p>
        </p:txBody>
      </p:sp>
      <p:sp>
        <p:nvSpPr>
          <p:cNvPr id="1986" name="TextBox 1985"/>
          <p:cNvSpPr txBox="1"/>
          <p:nvPr/>
        </p:nvSpPr>
        <p:spPr>
          <a:xfrm>
            <a:off x="817473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1985</a:t>
            </a:r>
          </a:p>
        </p:txBody>
      </p:sp>
      <p:sp>
        <p:nvSpPr>
          <p:cNvPr id="1987" name="TextBox 1986"/>
          <p:cNvSpPr txBox="1"/>
          <p:nvPr/>
        </p:nvSpPr>
        <p:spPr>
          <a:xfrm>
            <a:off x="841248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1986</a:t>
            </a:r>
          </a:p>
        </p:txBody>
      </p:sp>
      <p:sp>
        <p:nvSpPr>
          <p:cNvPr id="1988" name="TextBox 1987"/>
          <p:cNvSpPr txBox="1"/>
          <p:nvPr/>
        </p:nvSpPr>
        <p:spPr>
          <a:xfrm>
            <a:off x="865022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1987</a:t>
            </a:r>
          </a:p>
        </p:txBody>
      </p:sp>
      <p:sp>
        <p:nvSpPr>
          <p:cNvPr id="1989" name="TextBox 1988"/>
          <p:cNvSpPr txBox="1"/>
          <p:nvPr/>
        </p:nvSpPr>
        <p:spPr>
          <a:xfrm>
            <a:off x="888796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1988</a:t>
            </a:r>
          </a:p>
        </p:txBody>
      </p:sp>
      <p:sp>
        <p:nvSpPr>
          <p:cNvPr id="1990" name="TextBox 1989"/>
          <p:cNvSpPr txBox="1"/>
          <p:nvPr/>
        </p:nvSpPr>
        <p:spPr>
          <a:xfrm>
            <a:off x="912571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1989</a:t>
            </a:r>
          </a:p>
        </p:txBody>
      </p:sp>
      <p:sp>
        <p:nvSpPr>
          <p:cNvPr id="1991" name="TextBox 1990"/>
          <p:cNvSpPr txBox="1"/>
          <p:nvPr/>
        </p:nvSpPr>
        <p:spPr>
          <a:xfrm>
            <a:off x="936345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1990</a:t>
            </a:r>
          </a:p>
        </p:txBody>
      </p:sp>
      <p:sp>
        <p:nvSpPr>
          <p:cNvPr id="1992" name="TextBox 1991"/>
          <p:cNvSpPr txBox="1"/>
          <p:nvPr/>
        </p:nvSpPr>
        <p:spPr>
          <a:xfrm>
            <a:off x="960120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1991</a:t>
            </a:r>
          </a:p>
        </p:txBody>
      </p:sp>
      <p:sp>
        <p:nvSpPr>
          <p:cNvPr id="1993" name="TextBox 1992"/>
          <p:cNvSpPr txBox="1"/>
          <p:nvPr/>
        </p:nvSpPr>
        <p:spPr>
          <a:xfrm>
            <a:off x="983894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1992</a:t>
            </a:r>
          </a:p>
        </p:txBody>
      </p:sp>
      <p:sp>
        <p:nvSpPr>
          <p:cNvPr id="1994" name="TextBox 1993"/>
          <p:cNvSpPr txBox="1"/>
          <p:nvPr/>
        </p:nvSpPr>
        <p:spPr>
          <a:xfrm>
            <a:off x="1007668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1993</a:t>
            </a:r>
          </a:p>
        </p:txBody>
      </p:sp>
      <p:sp>
        <p:nvSpPr>
          <p:cNvPr id="1995" name="TextBox 1994"/>
          <p:cNvSpPr txBox="1"/>
          <p:nvPr/>
        </p:nvSpPr>
        <p:spPr>
          <a:xfrm>
            <a:off x="1031443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1994</a:t>
            </a:r>
          </a:p>
        </p:txBody>
      </p:sp>
      <p:sp>
        <p:nvSpPr>
          <p:cNvPr id="1996" name="TextBox 1995"/>
          <p:cNvSpPr txBox="1"/>
          <p:nvPr/>
        </p:nvSpPr>
        <p:spPr>
          <a:xfrm>
            <a:off x="1055217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1995</a:t>
            </a:r>
          </a:p>
        </p:txBody>
      </p:sp>
      <p:sp>
        <p:nvSpPr>
          <p:cNvPr id="1997" name="TextBox 1996"/>
          <p:cNvSpPr txBox="1"/>
          <p:nvPr/>
        </p:nvSpPr>
        <p:spPr>
          <a:xfrm>
            <a:off x="10789920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1996</a:t>
            </a:r>
          </a:p>
        </p:txBody>
      </p:sp>
      <p:sp>
        <p:nvSpPr>
          <p:cNvPr id="1998" name="TextBox 1997"/>
          <p:cNvSpPr txBox="1"/>
          <p:nvPr/>
        </p:nvSpPr>
        <p:spPr>
          <a:xfrm>
            <a:off x="11027664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1997</a:t>
            </a:r>
          </a:p>
        </p:txBody>
      </p:sp>
      <p:sp>
        <p:nvSpPr>
          <p:cNvPr id="1999" name="TextBox 1998"/>
          <p:cNvSpPr txBox="1"/>
          <p:nvPr/>
        </p:nvSpPr>
        <p:spPr>
          <a:xfrm>
            <a:off x="11265408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1998</a:t>
            </a:r>
          </a:p>
        </p:txBody>
      </p:sp>
      <p:sp>
        <p:nvSpPr>
          <p:cNvPr id="2000" name="TextBox 1999"/>
          <p:cNvSpPr txBox="1"/>
          <p:nvPr/>
        </p:nvSpPr>
        <p:spPr>
          <a:xfrm>
            <a:off x="11503152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1999</a:t>
            </a:r>
          </a:p>
        </p:txBody>
      </p:sp>
      <p:sp>
        <p:nvSpPr>
          <p:cNvPr id="2001" name="TextBox 2000"/>
          <p:cNvSpPr txBox="1"/>
          <p:nvPr/>
        </p:nvSpPr>
        <p:spPr>
          <a:xfrm>
            <a:off x="11740896" y="6510527"/>
            <a:ext cx="228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2000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