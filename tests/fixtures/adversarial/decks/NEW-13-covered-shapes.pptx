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2743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Speaker bio nobody will see</a:t>
            </a:r>
          </a:p>
        </p:txBody>
      </p:sp>
      <p:pic>
        <p:nvPicPr>
          <p:cNvPr id="3" name="Full bleed phot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