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.xml" ContentType="application/vnd.openxmlformats-officedocument.presentationml.slide+xml"/>
  <Override PartName="/ppt/slides/slide450.xml" ContentType="application/vnd.openxmlformats-officedocument.presentationml.slide+xml"/>
  <Override PartName="/ppt/slides/slide451.xml" ContentType="application/vnd.openxmlformats-officedocument.presentationml.slide+xml"/>
  <Override PartName="/ppt/slides/slide452.xml" ContentType="application/vnd.openxmlformats-officedocument.presentationml.slide+xml"/>
  <Override PartName="/ppt/slides/slide453.xml" ContentType="application/vnd.openxmlformats-officedocument.presentationml.slide+xml"/>
  <Override PartName="/ppt/slides/slide454.xml" ContentType="application/vnd.openxmlformats-officedocument.presentationml.slide+xml"/>
  <Override PartName="/ppt/slides/slide455.xml" ContentType="application/vnd.openxmlformats-officedocument.presentationml.slide+xml"/>
  <Override PartName="/ppt/slides/slide456.xml" ContentType="application/vnd.openxmlformats-officedocument.presentationml.slide+xml"/>
  <Override PartName="/ppt/slides/slide457.xml" ContentType="application/vnd.openxmlformats-officedocument.presentationml.slide+xml"/>
  <Override PartName="/ppt/slides/slide458.xml" ContentType="application/vnd.openxmlformats-officedocument.presentationml.slide+xml"/>
  <Override PartName="/ppt/slides/slide459.xml" ContentType="application/vnd.openxmlformats-officedocument.presentationml.slide+xml"/>
  <Override PartName="/ppt/slides/slide46.xml" ContentType="application/vnd.openxmlformats-officedocument.presentationml.slide+xml"/>
  <Override PartName="/ppt/slides/slide460.xml" ContentType="application/vnd.openxmlformats-officedocument.presentationml.slide+xml"/>
  <Override PartName="/ppt/slides/slide461.xml" ContentType="application/vnd.openxmlformats-officedocument.presentationml.slide+xml"/>
  <Override PartName="/ppt/slides/slide462.xml" ContentType="application/vnd.openxmlformats-officedocument.presentationml.slide+xml"/>
  <Override PartName="/ppt/slides/slide463.xml" ContentType="application/vnd.openxmlformats-officedocument.presentationml.slide+xml"/>
  <Override PartName="/ppt/slides/slide464.xml" ContentType="application/vnd.openxmlformats-officedocument.presentationml.slide+xml"/>
  <Override PartName="/ppt/slides/slide465.xml" ContentType="application/vnd.openxmlformats-officedocument.presentationml.slide+xml"/>
  <Override PartName="/ppt/slides/slide466.xml" ContentType="application/vnd.openxmlformats-officedocument.presentationml.slide+xml"/>
  <Override PartName="/ppt/slides/slide467.xml" ContentType="application/vnd.openxmlformats-officedocument.presentationml.slide+xml"/>
  <Override PartName="/ppt/slides/slide468.xml" ContentType="application/vnd.openxmlformats-officedocument.presentationml.slide+xml"/>
  <Override PartName="/ppt/slides/slide469.xml" ContentType="application/vnd.openxmlformats-officedocument.presentationml.slide+xml"/>
  <Override PartName="/ppt/slides/slide47.xml" ContentType="application/vnd.openxmlformats-officedocument.presentationml.slide+xml"/>
  <Override PartName="/ppt/slides/slide470.xml" ContentType="application/vnd.openxmlformats-officedocument.presentationml.slide+xml"/>
  <Override PartName="/ppt/slides/slide471.xml" ContentType="application/vnd.openxmlformats-officedocument.presentationml.slide+xml"/>
  <Override PartName="/ppt/slides/slide472.xml" ContentType="application/vnd.openxmlformats-officedocument.presentationml.slide+xml"/>
  <Override PartName="/ppt/slides/slide473.xml" ContentType="application/vnd.openxmlformats-officedocument.presentationml.slide+xml"/>
  <Override PartName="/ppt/slides/slide474.xml" ContentType="application/vnd.openxmlformats-officedocument.presentationml.slide+xml"/>
  <Override PartName="/ppt/slides/slide475.xml" ContentType="application/vnd.openxmlformats-officedocument.presentationml.slide+xml"/>
  <Override PartName="/ppt/slides/slide476.xml" ContentType="application/vnd.openxmlformats-officedocument.presentationml.slide+xml"/>
  <Override PartName="/ppt/slides/slide477.xml" ContentType="application/vnd.openxmlformats-officedocument.presentationml.slide+xml"/>
  <Override PartName="/ppt/slides/slide478.xml" ContentType="application/vnd.openxmlformats-officedocument.presentationml.slide+xml"/>
  <Override PartName="/ppt/slides/slide479.xml" ContentType="application/vnd.openxmlformats-officedocument.presentationml.slide+xml"/>
  <Override PartName="/ppt/slides/slide48.xml" ContentType="application/vnd.openxmlformats-officedocument.presentationml.slide+xml"/>
  <Override PartName="/ppt/slides/slide480.xml" ContentType="application/vnd.openxmlformats-officedocument.presentationml.slide+xml"/>
  <Override PartName="/ppt/slides/slide481.xml" ContentType="application/vnd.openxmlformats-officedocument.presentationml.slide+xml"/>
  <Override PartName="/ppt/slides/slide482.xml" ContentType="application/vnd.openxmlformats-officedocument.presentationml.slide+xml"/>
  <Override PartName="/ppt/slides/slide483.xml" ContentType="application/vnd.openxmlformats-officedocument.presentationml.slide+xml"/>
  <Override PartName="/ppt/slides/slide484.xml" ContentType="application/vnd.openxmlformats-officedocument.presentationml.slide+xml"/>
  <Override PartName="/ppt/slides/slide485.xml" ContentType="application/vnd.openxmlformats-officedocument.presentationml.slide+xml"/>
  <Override PartName="/ppt/slides/slide486.xml" ContentType="application/vnd.openxmlformats-officedocument.presentationml.slide+xml"/>
  <Override PartName="/ppt/slides/slide487.xml" ContentType="application/vnd.openxmlformats-officedocument.presentationml.slide+xml"/>
  <Override PartName="/ppt/slides/slide488.xml" ContentType="application/vnd.openxmlformats-officedocument.presentationml.slide+xml"/>
  <Override PartName="/ppt/slides/slide489.xml" ContentType="application/vnd.openxmlformats-officedocument.presentationml.slide+xml"/>
  <Override PartName="/ppt/slides/slide49.xml" ContentType="application/vnd.openxmlformats-officedocument.presentationml.slide+xml"/>
  <Override PartName="/ppt/slides/slide490.xml" ContentType="application/vnd.openxmlformats-officedocument.presentationml.slide+xml"/>
  <Override PartName="/ppt/slides/slide491.xml" ContentType="application/vnd.openxmlformats-officedocument.presentationml.slide+xml"/>
  <Override PartName="/ppt/slides/slide492.xml" ContentType="application/vnd.openxmlformats-officedocument.presentationml.slide+xml"/>
  <Override PartName="/ppt/slides/slide493.xml" ContentType="application/vnd.openxmlformats-officedocument.presentationml.slide+xml"/>
  <Override PartName="/ppt/slides/slide494.xml" ContentType="application/vnd.openxmlformats-officedocument.presentationml.slide+xml"/>
  <Override PartName="/ppt/slides/slide495.xml" ContentType="application/vnd.openxmlformats-officedocument.presentationml.slide+xml"/>
  <Override PartName="/ppt/slides/slide496.xml" ContentType="application/vnd.openxmlformats-officedocument.presentationml.slide+xml"/>
  <Override PartName="/ppt/slides/slide497.xml" ContentType="application/vnd.openxmlformats-officedocument.presentationml.slide+xml"/>
  <Override PartName="/ppt/slides/slide498.xml" ContentType="application/vnd.openxmlformats-officedocument.presentationml.slide+xml"/>
  <Override PartName="/ppt/slides/slide49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0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  <p:sldId id="658" r:id="rId409"/>
    <p:sldId id="659" r:id="rId410"/>
    <p:sldId id="660" r:id="rId411"/>
    <p:sldId id="661" r:id="rId412"/>
    <p:sldId id="662" r:id="rId413"/>
    <p:sldId id="663" r:id="rId414"/>
    <p:sldId id="664" r:id="rId415"/>
    <p:sldId id="665" r:id="rId416"/>
    <p:sldId id="666" r:id="rId417"/>
    <p:sldId id="667" r:id="rId418"/>
    <p:sldId id="668" r:id="rId419"/>
    <p:sldId id="669" r:id="rId420"/>
    <p:sldId id="670" r:id="rId421"/>
    <p:sldId id="671" r:id="rId422"/>
    <p:sldId id="672" r:id="rId423"/>
    <p:sldId id="673" r:id="rId424"/>
    <p:sldId id="674" r:id="rId425"/>
    <p:sldId id="675" r:id="rId426"/>
    <p:sldId id="676" r:id="rId427"/>
    <p:sldId id="677" r:id="rId428"/>
    <p:sldId id="678" r:id="rId429"/>
    <p:sldId id="679" r:id="rId430"/>
    <p:sldId id="680" r:id="rId431"/>
    <p:sldId id="681" r:id="rId432"/>
    <p:sldId id="682" r:id="rId433"/>
    <p:sldId id="683" r:id="rId434"/>
    <p:sldId id="684" r:id="rId435"/>
    <p:sldId id="685" r:id="rId436"/>
    <p:sldId id="686" r:id="rId437"/>
    <p:sldId id="687" r:id="rId438"/>
    <p:sldId id="688" r:id="rId439"/>
    <p:sldId id="689" r:id="rId440"/>
    <p:sldId id="690" r:id="rId441"/>
    <p:sldId id="691" r:id="rId442"/>
    <p:sldId id="692" r:id="rId443"/>
    <p:sldId id="693" r:id="rId444"/>
    <p:sldId id="694" r:id="rId445"/>
    <p:sldId id="695" r:id="rId446"/>
    <p:sldId id="696" r:id="rId447"/>
    <p:sldId id="697" r:id="rId448"/>
    <p:sldId id="698" r:id="rId449"/>
    <p:sldId id="699" r:id="rId450"/>
    <p:sldId id="700" r:id="rId451"/>
    <p:sldId id="701" r:id="rId452"/>
    <p:sldId id="702" r:id="rId453"/>
    <p:sldId id="703" r:id="rId454"/>
    <p:sldId id="704" r:id="rId455"/>
    <p:sldId id="705" r:id="rId456"/>
    <p:sldId id="706" r:id="rId457"/>
    <p:sldId id="707" r:id="rId458"/>
    <p:sldId id="708" r:id="rId459"/>
    <p:sldId id="709" r:id="rId460"/>
    <p:sldId id="710" r:id="rId461"/>
    <p:sldId id="711" r:id="rId462"/>
    <p:sldId id="712" r:id="rId463"/>
    <p:sldId id="713" r:id="rId464"/>
    <p:sldId id="714" r:id="rId465"/>
    <p:sldId id="715" r:id="rId466"/>
    <p:sldId id="716" r:id="rId467"/>
    <p:sldId id="717" r:id="rId468"/>
    <p:sldId id="718" r:id="rId469"/>
    <p:sldId id="719" r:id="rId470"/>
    <p:sldId id="720" r:id="rId471"/>
    <p:sldId id="721" r:id="rId472"/>
    <p:sldId id="722" r:id="rId473"/>
    <p:sldId id="723" r:id="rId474"/>
    <p:sldId id="724" r:id="rId475"/>
    <p:sldId id="725" r:id="rId476"/>
    <p:sldId id="726" r:id="rId477"/>
    <p:sldId id="727" r:id="rId478"/>
    <p:sldId id="728" r:id="rId479"/>
    <p:sldId id="729" r:id="rId480"/>
    <p:sldId id="730" r:id="rId481"/>
    <p:sldId id="731" r:id="rId482"/>
    <p:sldId id="732" r:id="rId483"/>
    <p:sldId id="733" r:id="rId484"/>
    <p:sldId id="734" r:id="rId485"/>
    <p:sldId id="735" r:id="rId486"/>
    <p:sldId id="736" r:id="rId487"/>
    <p:sldId id="737" r:id="rId488"/>
    <p:sldId id="738" r:id="rId489"/>
    <p:sldId id="739" r:id="rId490"/>
    <p:sldId id="740" r:id="rId491"/>
    <p:sldId id="741" r:id="rId492"/>
    <p:sldId id="742" r:id="rId493"/>
    <p:sldId id="743" r:id="rId494"/>
    <p:sldId id="744" r:id="rId495"/>
    <p:sldId id="745" r:id="rId496"/>
    <p:sldId id="746" r:id="rId497"/>
    <p:sldId id="747" r:id="rId498"/>
    <p:sldId id="748" r:id="rId499"/>
    <p:sldId id="749" r:id="rId500"/>
    <p:sldId id="750" r:id="rId501"/>
    <p:sldId id="751" r:id="rId502"/>
    <p:sldId id="752" r:id="rId503"/>
    <p:sldId id="753" r:id="rId504"/>
    <p:sldId id="754" r:id="rId505"/>
    <p:sldId id="755" r:id="rId50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6" Type="http://schemas.openxmlformats.org/officeDocument/2006/relationships/slide" Target="slides/slide400.xml"/><Relationship Id="rId407" Type="http://schemas.openxmlformats.org/officeDocument/2006/relationships/slide" Target="slides/slide401.xml"/><Relationship Id="rId408" Type="http://schemas.openxmlformats.org/officeDocument/2006/relationships/slide" Target="slides/slide402.xml"/><Relationship Id="rId409" Type="http://schemas.openxmlformats.org/officeDocument/2006/relationships/slide" Target="slides/slide403.xml"/><Relationship Id="rId410" Type="http://schemas.openxmlformats.org/officeDocument/2006/relationships/slide" Target="slides/slide404.xml"/><Relationship Id="rId411" Type="http://schemas.openxmlformats.org/officeDocument/2006/relationships/slide" Target="slides/slide405.xml"/><Relationship Id="rId412" Type="http://schemas.openxmlformats.org/officeDocument/2006/relationships/slide" Target="slides/slide406.xml"/><Relationship Id="rId413" Type="http://schemas.openxmlformats.org/officeDocument/2006/relationships/slide" Target="slides/slide407.xml"/><Relationship Id="rId414" Type="http://schemas.openxmlformats.org/officeDocument/2006/relationships/slide" Target="slides/slide408.xml"/><Relationship Id="rId415" Type="http://schemas.openxmlformats.org/officeDocument/2006/relationships/slide" Target="slides/slide409.xml"/><Relationship Id="rId416" Type="http://schemas.openxmlformats.org/officeDocument/2006/relationships/slide" Target="slides/slide410.xml"/><Relationship Id="rId417" Type="http://schemas.openxmlformats.org/officeDocument/2006/relationships/slide" Target="slides/slide411.xml"/><Relationship Id="rId418" Type="http://schemas.openxmlformats.org/officeDocument/2006/relationships/slide" Target="slides/slide412.xml"/><Relationship Id="rId419" Type="http://schemas.openxmlformats.org/officeDocument/2006/relationships/slide" Target="slides/slide413.xml"/><Relationship Id="rId420" Type="http://schemas.openxmlformats.org/officeDocument/2006/relationships/slide" Target="slides/slide414.xml"/><Relationship Id="rId421" Type="http://schemas.openxmlformats.org/officeDocument/2006/relationships/slide" Target="slides/slide415.xml"/><Relationship Id="rId422" Type="http://schemas.openxmlformats.org/officeDocument/2006/relationships/slide" Target="slides/slide416.xml"/><Relationship Id="rId423" Type="http://schemas.openxmlformats.org/officeDocument/2006/relationships/slide" Target="slides/slide417.xml"/><Relationship Id="rId424" Type="http://schemas.openxmlformats.org/officeDocument/2006/relationships/slide" Target="slides/slide418.xml"/><Relationship Id="rId425" Type="http://schemas.openxmlformats.org/officeDocument/2006/relationships/slide" Target="slides/slide419.xml"/><Relationship Id="rId426" Type="http://schemas.openxmlformats.org/officeDocument/2006/relationships/slide" Target="slides/slide420.xml"/><Relationship Id="rId427" Type="http://schemas.openxmlformats.org/officeDocument/2006/relationships/slide" Target="slides/slide421.xml"/><Relationship Id="rId428" Type="http://schemas.openxmlformats.org/officeDocument/2006/relationships/slide" Target="slides/slide422.xml"/><Relationship Id="rId429" Type="http://schemas.openxmlformats.org/officeDocument/2006/relationships/slide" Target="slides/slide423.xml"/><Relationship Id="rId430" Type="http://schemas.openxmlformats.org/officeDocument/2006/relationships/slide" Target="slides/slide424.xml"/><Relationship Id="rId431" Type="http://schemas.openxmlformats.org/officeDocument/2006/relationships/slide" Target="slides/slide425.xml"/><Relationship Id="rId432" Type="http://schemas.openxmlformats.org/officeDocument/2006/relationships/slide" Target="slides/slide426.xml"/><Relationship Id="rId433" Type="http://schemas.openxmlformats.org/officeDocument/2006/relationships/slide" Target="slides/slide427.xml"/><Relationship Id="rId434" Type="http://schemas.openxmlformats.org/officeDocument/2006/relationships/slide" Target="slides/slide428.xml"/><Relationship Id="rId435" Type="http://schemas.openxmlformats.org/officeDocument/2006/relationships/slide" Target="slides/slide429.xml"/><Relationship Id="rId436" Type="http://schemas.openxmlformats.org/officeDocument/2006/relationships/slide" Target="slides/slide430.xml"/><Relationship Id="rId437" Type="http://schemas.openxmlformats.org/officeDocument/2006/relationships/slide" Target="slides/slide431.xml"/><Relationship Id="rId438" Type="http://schemas.openxmlformats.org/officeDocument/2006/relationships/slide" Target="slides/slide432.xml"/><Relationship Id="rId439" Type="http://schemas.openxmlformats.org/officeDocument/2006/relationships/slide" Target="slides/slide433.xml"/><Relationship Id="rId440" Type="http://schemas.openxmlformats.org/officeDocument/2006/relationships/slide" Target="slides/slide434.xml"/><Relationship Id="rId441" Type="http://schemas.openxmlformats.org/officeDocument/2006/relationships/slide" Target="slides/slide435.xml"/><Relationship Id="rId442" Type="http://schemas.openxmlformats.org/officeDocument/2006/relationships/slide" Target="slides/slide436.xml"/><Relationship Id="rId443" Type="http://schemas.openxmlformats.org/officeDocument/2006/relationships/slide" Target="slides/slide437.xml"/><Relationship Id="rId444" Type="http://schemas.openxmlformats.org/officeDocument/2006/relationships/slide" Target="slides/slide438.xml"/><Relationship Id="rId445" Type="http://schemas.openxmlformats.org/officeDocument/2006/relationships/slide" Target="slides/slide439.xml"/><Relationship Id="rId446" Type="http://schemas.openxmlformats.org/officeDocument/2006/relationships/slide" Target="slides/slide440.xml"/><Relationship Id="rId447" Type="http://schemas.openxmlformats.org/officeDocument/2006/relationships/slide" Target="slides/slide441.xml"/><Relationship Id="rId448" Type="http://schemas.openxmlformats.org/officeDocument/2006/relationships/slide" Target="slides/slide442.xml"/><Relationship Id="rId449" Type="http://schemas.openxmlformats.org/officeDocument/2006/relationships/slide" Target="slides/slide443.xml"/><Relationship Id="rId450" Type="http://schemas.openxmlformats.org/officeDocument/2006/relationships/slide" Target="slides/slide444.xml"/><Relationship Id="rId451" Type="http://schemas.openxmlformats.org/officeDocument/2006/relationships/slide" Target="slides/slide445.xml"/><Relationship Id="rId452" Type="http://schemas.openxmlformats.org/officeDocument/2006/relationships/slide" Target="slides/slide446.xml"/><Relationship Id="rId453" Type="http://schemas.openxmlformats.org/officeDocument/2006/relationships/slide" Target="slides/slide447.xml"/><Relationship Id="rId454" Type="http://schemas.openxmlformats.org/officeDocument/2006/relationships/slide" Target="slides/slide448.xml"/><Relationship Id="rId455" Type="http://schemas.openxmlformats.org/officeDocument/2006/relationships/slide" Target="slides/slide449.xml"/><Relationship Id="rId456" Type="http://schemas.openxmlformats.org/officeDocument/2006/relationships/slide" Target="slides/slide450.xml"/><Relationship Id="rId457" Type="http://schemas.openxmlformats.org/officeDocument/2006/relationships/slide" Target="slides/slide451.xml"/><Relationship Id="rId458" Type="http://schemas.openxmlformats.org/officeDocument/2006/relationships/slide" Target="slides/slide452.xml"/><Relationship Id="rId459" Type="http://schemas.openxmlformats.org/officeDocument/2006/relationships/slide" Target="slides/slide453.xml"/><Relationship Id="rId460" Type="http://schemas.openxmlformats.org/officeDocument/2006/relationships/slide" Target="slides/slide454.xml"/><Relationship Id="rId461" Type="http://schemas.openxmlformats.org/officeDocument/2006/relationships/slide" Target="slides/slide455.xml"/><Relationship Id="rId462" Type="http://schemas.openxmlformats.org/officeDocument/2006/relationships/slide" Target="slides/slide456.xml"/><Relationship Id="rId463" Type="http://schemas.openxmlformats.org/officeDocument/2006/relationships/slide" Target="slides/slide457.xml"/><Relationship Id="rId464" Type="http://schemas.openxmlformats.org/officeDocument/2006/relationships/slide" Target="slides/slide458.xml"/><Relationship Id="rId465" Type="http://schemas.openxmlformats.org/officeDocument/2006/relationships/slide" Target="slides/slide459.xml"/><Relationship Id="rId466" Type="http://schemas.openxmlformats.org/officeDocument/2006/relationships/slide" Target="slides/slide460.xml"/><Relationship Id="rId467" Type="http://schemas.openxmlformats.org/officeDocument/2006/relationships/slide" Target="slides/slide461.xml"/><Relationship Id="rId468" Type="http://schemas.openxmlformats.org/officeDocument/2006/relationships/slide" Target="slides/slide462.xml"/><Relationship Id="rId469" Type="http://schemas.openxmlformats.org/officeDocument/2006/relationships/slide" Target="slides/slide463.xml"/><Relationship Id="rId470" Type="http://schemas.openxmlformats.org/officeDocument/2006/relationships/slide" Target="slides/slide464.xml"/><Relationship Id="rId471" Type="http://schemas.openxmlformats.org/officeDocument/2006/relationships/slide" Target="slides/slide465.xml"/><Relationship Id="rId472" Type="http://schemas.openxmlformats.org/officeDocument/2006/relationships/slide" Target="slides/slide466.xml"/><Relationship Id="rId473" Type="http://schemas.openxmlformats.org/officeDocument/2006/relationships/slide" Target="slides/slide467.xml"/><Relationship Id="rId474" Type="http://schemas.openxmlformats.org/officeDocument/2006/relationships/slide" Target="slides/slide468.xml"/><Relationship Id="rId475" Type="http://schemas.openxmlformats.org/officeDocument/2006/relationships/slide" Target="slides/slide469.xml"/><Relationship Id="rId476" Type="http://schemas.openxmlformats.org/officeDocument/2006/relationships/slide" Target="slides/slide470.xml"/><Relationship Id="rId477" Type="http://schemas.openxmlformats.org/officeDocument/2006/relationships/slide" Target="slides/slide471.xml"/><Relationship Id="rId478" Type="http://schemas.openxmlformats.org/officeDocument/2006/relationships/slide" Target="slides/slide472.xml"/><Relationship Id="rId479" Type="http://schemas.openxmlformats.org/officeDocument/2006/relationships/slide" Target="slides/slide473.xml"/><Relationship Id="rId480" Type="http://schemas.openxmlformats.org/officeDocument/2006/relationships/slide" Target="slides/slide474.xml"/><Relationship Id="rId481" Type="http://schemas.openxmlformats.org/officeDocument/2006/relationships/slide" Target="slides/slide475.xml"/><Relationship Id="rId482" Type="http://schemas.openxmlformats.org/officeDocument/2006/relationships/slide" Target="slides/slide476.xml"/><Relationship Id="rId483" Type="http://schemas.openxmlformats.org/officeDocument/2006/relationships/slide" Target="slides/slide477.xml"/><Relationship Id="rId484" Type="http://schemas.openxmlformats.org/officeDocument/2006/relationships/slide" Target="slides/slide478.xml"/><Relationship Id="rId485" Type="http://schemas.openxmlformats.org/officeDocument/2006/relationships/slide" Target="slides/slide479.xml"/><Relationship Id="rId486" Type="http://schemas.openxmlformats.org/officeDocument/2006/relationships/slide" Target="slides/slide480.xml"/><Relationship Id="rId487" Type="http://schemas.openxmlformats.org/officeDocument/2006/relationships/slide" Target="slides/slide481.xml"/><Relationship Id="rId488" Type="http://schemas.openxmlformats.org/officeDocument/2006/relationships/slide" Target="slides/slide482.xml"/><Relationship Id="rId489" Type="http://schemas.openxmlformats.org/officeDocument/2006/relationships/slide" Target="slides/slide483.xml"/><Relationship Id="rId490" Type="http://schemas.openxmlformats.org/officeDocument/2006/relationships/slide" Target="slides/slide484.xml"/><Relationship Id="rId491" Type="http://schemas.openxmlformats.org/officeDocument/2006/relationships/slide" Target="slides/slide485.xml"/><Relationship Id="rId492" Type="http://schemas.openxmlformats.org/officeDocument/2006/relationships/slide" Target="slides/slide486.xml"/><Relationship Id="rId493" Type="http://schemas.openxmlformats.org/officeDocument/2006/relationships/slide" Target="slides/slide487.xml"/><Relationship Id="rId494" Type="http://schemas.openxmlformats.org/officeDocument/2006/relationships/slide" Target="slides/slide488.xml"/><Relationship Id="rId495" Type="http://schemas.openxmlformats.org/officeDocument/2006/relationships/slide" Target="slides/slide489.xml"/><Relationship Id="rId496" Type="http://schemas.openxmlformats.org/officeDocument/2006/relationships/slide" Target="slides/slide490.xml"/><Relationship Id="rId497" Type="http://schemas.openxmlformats.org/officeDocument/2006/relationships/slide" Target="slides/slide491.xml"/><Relationship Id="rId498" Type="http://schemas.openxmlformats.org/officeDocument/2006/relationships/slide" Target="slides/slide492.xml"/><Relationship Id="rId499" Type="http://schemas.openxmlformats.org/officeDocument/2006/relationships/slide" Target="slides/slide493.xml"/><Relationship Id="rId500" Type="http://schemas.openxmlformats.org/officeDocument/2006/relationships/slide" Target="slides/slide494.xml"/><Relationship Id="rId501" Type="http://schemas.openxmlformats.org/officeDocument/2006/relationships/slide" Target="slides/slide495.xml"/><Relationship Id="rId502" Type="http://schemas.openxmlformats.org/officeDocument/2006/relationships/slide" Target="slides/slide496.xml"/><Relationship Id="rId503" Type="http://schemas.openxmlformats.org/officeDocument/2006/relationships/slide" Target="slides/slide497.xml"/><Relationship Id="rId504" Type="http://schemas.openxmlformats.org/officeDocument/2006/relationships/slide" Target="slides/slide498.xml"/><Relationship Id="rId505" Type="http://schemas.openxmlformats.org/officeDocument/2006/relationships/slide" Target="slides/slide499.xml"/><Relationship Id="rId506" Type="http://schemas.openxmlformats.org/officeDocument/2006/relationships/slide" Target="slides/slide50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1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60" y="4406900"/>
            <a:ext cx="10362941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60" y="2906713"/>
            <a:ext cx="10362941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5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535113"/>
            <a:ext cx="538678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5" y="2174875"/>
            <a:ext cx="538678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2" y="1535113"/>
            <a:ext cx="5388899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2" y="2174875"/>
            <a:ext cx="5388899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5" y="273050"/>
            <a:ext cx="40109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5" y="1435100"/>
            <a:ext cx="40109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8" y="4800600"/>
            <a:ext cx="7315017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8" y="612775"/>
            <a:ext cx="7315017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8" y="5367338"/>
            <a:ext cx="7315017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9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5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5" y="274638"/>
            <a:ext cx="1097252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5" y="1600200"/>
            <a:ext cx="10972526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5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6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51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52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54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56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57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58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59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60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61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62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63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64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65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66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67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68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69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70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71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72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73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74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75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76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77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78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79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80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82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83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84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85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86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87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88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89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90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91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92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93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94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95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96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97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98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99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151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152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154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156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157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158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159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160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161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162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163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164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165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166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167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168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169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170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171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172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173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174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175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176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177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178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179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180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182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183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184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185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186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187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188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189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190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191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192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193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194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195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196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197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198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199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251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252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254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256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257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258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259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260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261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262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263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264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265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266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267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268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269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270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271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272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273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274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275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276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277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278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279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280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282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283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284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285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286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287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288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289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290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291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292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293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294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295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296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297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298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299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351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352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354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356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357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358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359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360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361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362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363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364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365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366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367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368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369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370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371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372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373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374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375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376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377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378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379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380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382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383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384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385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386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387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388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389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390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391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392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393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394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395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396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397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398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399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451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452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454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456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457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458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459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460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461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462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463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464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465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466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467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468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469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470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471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472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473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474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475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476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477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478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479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480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481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482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483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484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485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486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487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488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489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490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491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492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493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494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495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496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497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498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4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499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slides/slide5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/>
              <a:t>Session 500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/>
              <a:t>Room, time and speaker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