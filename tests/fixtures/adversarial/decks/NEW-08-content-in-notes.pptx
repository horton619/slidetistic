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 The second point covers rotation schedules and water.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60" y="4406900"/>
            <a:ext cx="1036294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60" y="2906713"/>
            <a:ext cx="1036294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5" y="1535113"/>
            <a:ext cx="538678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5" y="2174875"/>
            <a:ext cx="538678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2" y="1535113"/>
            <a:ext cx="538889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2" y="2174875"/>
            <a:ext cx="538889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5" y="273050"/>
            <a:ext cx="40109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5" y="1435100"/>
            <a:ext cx="40109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8" y="4800600"/>
            <a:ext cx="7315017"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8"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8"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5"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5" y="274638"/>
            <a:ext cx="10972526"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5" y="1600200"/>
            <a:ext cx="10972526"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5" y="6356350"/>
            <a:ext cx="284472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6"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914400"/>
          </a:xfrm>
          <a:prstGeom prst="rect">
            <a:avLst/>
          </a:prstGeom>
          <a:noFill/>
        </p:spPr>
        <p:txBody>
          <a:bodyPr wrap="square">
            <a:spAutoFit/>
          </a:bodyPr>
          <a:lstStyle/>
          <a:p>
            <a:r>
              <a:rPr/>
              <a:t>Introduction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Sample Presenter</dc:creator>
  <cp:keywords/>
  <dc:description>generated using python-pptx</dc:description>
  <cp:lastModifiedBy>Sample Presenter</cp:lastModifiedBy>
  <cp:revision>1</cp:revision>
  <dcterms:created xsi:type="dcterms:W3CDTF">2013-01-27T09:14:16Z</dcterms:created>
  <dcterms:modified xsi:type="dcterms:W3CDTF">2013-01-27T09:15:58Z</dcterms:modified>
  <cp:category/>
</cp:coreProperties>
</file>