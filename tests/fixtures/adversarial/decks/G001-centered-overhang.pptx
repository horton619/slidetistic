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-27432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/>
              <a:t>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