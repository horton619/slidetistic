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/>
              <a:t>Great job team 👍🏽 👩‍👩‍👧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/>
              <a:t>Visitors from 🇺🇸 🇲🇽 ❤️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