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Arial"/>
                <a:ea typeface="Noto Sans JP"/>
              </a:rPr>
              <a:t>ようこそ 東京会場へ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Arial"/>
                <a:cs typeface="Noto Naskh Arabic"/>
              </a:rPr>
              <a:t>مرحبا بكم في المعرض</a:t>
            </a:r>
          </a:p>
        </p:txBody>
      </p:sp>
      <p:sp>
        <p:nvSpPr>
          <p:cNvPr id="4" name="Google Shape;53;p1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Arial"/>
                <a:sym typeface="Font Awesome 6 Free"/>
              </a:rPr>
              <a:t> contact desk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