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embeddedFontLst>
    <p:embeddedFont>
      <p:font typeface="Proxima Nova"/>
      <p:regular r:id="rId8"/>
    </p:embeddedFont>
    <p:embeddedFont>
      <p:font typeface="Google Sans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5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0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076325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8"/>
            <a:ext cx="2057400" cy="438864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8"/>
            <a:ext cx="6019800" cy="438864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2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2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Google Shape;51;p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Theme heading</a:t>
            </a:r>
          </a:p>
        </p:txBody>
      </p:sp>
      <p:sp>
        <p:nvSpPr>
          <p:cNvPr id="3" name="Google Shape;52;p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Theme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roxima Nov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oogle Sa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/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Sample Presenter</dc:creator>
  <cp:keywords/>
  <dc:description>generated using python-pptx</dc:description>
  <cp:lastModifiedBy>Sample Presenter</cp:lastModifiedBy>
  <cp:revision>1</cp:revision>
  <dcterms:created xsi:type="dcterms:W3CDTF">2013-01-27T09:14:16Z</dcterms:created>
  <dcterms:modified xsi:type="dcterms:W3CDTF">2013-01-27T09:15:58Z</dcterms:modified>
  <cp:category/>
</cp:coreProperties>
</file>