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embeddedFontLst>
    <p:embeddedFont>
      <p:font typeface="Proxima Nova"/>
      <p:regular r:id="rId8"/>
    </p:embeddedFont>
    <p:embeddedFont>
      <p:font typeface="Google Sans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font" Target="fonts/font1.fntdata"/><Relationship Id="rId9" Type="http://schemas.openxmlformats.org/officeDocument/2006/relationships/font" Target="fonts/font2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Theme heading</a:t>
            </a:r>
          </a:p>
        </p:txBody>
      </p:sp>
      <p:sp>
        <p:nvSpPr>
          <p:cNvPr id="3" name="Google Shape;52;p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Theme body text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oxima Nov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oogle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