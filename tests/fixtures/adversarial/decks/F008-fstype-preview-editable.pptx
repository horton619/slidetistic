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Sample Sans"/>
      <p:regular r:id="rId8"/>
    </p:embeddedFont>
    <p:embeddedFont>
      <p:font typeface="Sample Serif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Sample Sans"/>
              </a:rPr>
              <a:t>Preview &amp; 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Sample Serif"/>
              </a:rPr>
              <a:t>Editable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