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1"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60" y="4406900"/>
            <a:ext cx="1036294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60" y="2906713"/>
            <a:ext cx="1036294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5" y="1535113"/>
            <a:ext cx="538678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5" y="2174875"/>
            <a:ext cx="538678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2" y="1535113"/>
            <a:ext cx="538889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2" y="2174875"/>
            <a:ext cx="538889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5" y="273050"/>
            <a:ext cx="40109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5" y="1435100"/>
            <a:ext cx="40109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8" y="4800600"/>
            <a:ext cx="7315017"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8" y="612775"/>
            <a:ext cx="7315017"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8" y="5367338"/>
            <a:ext cx="731501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9"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5"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5" y="274638"/>
            <a:ext cx="10972526"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5" y="1600200"/>
            <a:ext cx="10972526"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5" y="6356350"/>
            <a:ext cx="284472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6"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7315200" cy="914400"/>
          </a:xfrm>
          <a:prstGeom prst="rect">
            <a:avLst/>
          </a:prstGeom>
          <a:noFill/>
        </p:spPr>
        <p:txBody>
          <a:bodyPr wrap="square">
            <a:spAutoFit/>
          </a:bodyPr>
          <a:lstStyle/>
          <a:p>
            <a:pPr rtl="1"/>
            <a:r>
              <a:rPr/>
              <a:t>مرحبا بكم في المعرض السنوي</a:t>
            </a:r>
          </a:p>
        </p:txBody>
      </p:sp>
      <p:sp>
        <p:nvSpPr>
          <p:cNvPr id="3" name="TextBox 2"/>
          <p:cNvSpPr txBox="1"/>
          <p:nvPr/>
        </p:nvSpPr>
        <p:spPr>
          <a:xfrm>
            <a:off x="914400" y="1463040"/>
            <a:ext cx="7315200" cy="914400"/>
          </a:xfrm>
          <a:prstGeom prst="rect">
            <a:avLst/>
          </a:prstGeom>
          <a:noFill/>
        </p:spPr>
        <p:txBody>
          <a:bodyPr wrap="square">
            <a:spAutoFit/>
          </a:bodyPr>
          <a:lstStyle/>
          <a:p>
            <a:pPr rtl="1"/>
            <a:r>
              <a:rPr/>
              <a:t>ברוכים הבאים לתערוכה</a:t>
            </a:r>
          </a:p>
        </p:txBody>
      </p:sp>
      <p:sp>
        <p:nvSpPr>
          <p:cNvPr id="4" name="TextBox 3"/>
          <p:cNvSpPr txBox="1"/>
          <p:nvPr/>
        </p:nvSpPr>
        <p:spPr>
          <a:xfrm>
            <a:off x="10058400" y="457200"/>
            <a:ext cx="914400" cy="5486400"/>
          </a:xfrm>
          <a:prstGeom prst="rect">
            <a:avLst/>
          </a:prstGeom>
          <a:noFill/>
        </p:spPr>
        <p:txBody>
          <a:bodyPr wrap="square" vert="eaVert">
            <a:spAutoFit/>
          </a:bodyPr>
          <a:lstStyle/>
          <a:p>
            <a:r>
              <a:rPr/>
              <a:t>縦書き日本語のテキスト</a:t>
            </a:r>
          </a:p>
        </p:txBody>
      </p:sp>
      <p:sp>
        <p:nvSpPr>
          <p:cNvPr id="5" name="TextBox 4"/>
          <p:cNvSpPr txBox="1"/>
          <p:nvPr/>
        </p:nvSpPr>
        <p:spPr>
          <a:xfrm>
            <a:off x="914400" y="2743200"/>
            <a:ext cx="7315200" cy="914400"/>
          </a:xfrm>
          <a:prstGeom prst="rect">
            <a:avLst/>
          </a:prstGeom>
          <a:noFill/>
        </p:spPr>
        <p:txBody>
          <a:bodyPr wrap="square">
            <a:spAutoFit/>
          </a:bodyPr>
          <a:lstStyle/>
          <a:p>
            <a:r>
              <a:rPr/>
              <a:t>Z͑ͫ̓ͪ̂à́̂̃̄lgo҉</a:t>
            </a:r>
          </a:p>
        </p:txBody>
      </p:sp>
      <p:sp>
        <p:nvSpPr>
          <p:cNvPr id="6" name="TextBox 5"/>
          <p:cNvSpPr txBox="1"/>
          <p:nvPr/>
        </p:nvSpPr>
        <p:spPr>
          <a:xfrm>
            <a:off x="914400" y="4114800"/>
            <a:ext cx="7315200" cy="1828800"/>
          </a:xfrm>
          <a:prstGeom prst="rect">
            <a:avLst/>
          </a:prstGeom>
          <a:noFill/>
        </p:spPr>
        <p:txBody>
          <a:bodyPr wrap="square">
            <a:spAutoFit/>
          </a:bodyPr>
          <a:lstStyle/>
          <a:p>
            <a:r>
              <a:rPr sz="800"/>
              <a:t>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Sample Presenter</dc:creator>
  <cp:keywords/>
  <dc:description>generated using python-pptx</dc:description>
  <cp:lastModifiedBy>Sample Presenter</cp:lastModifiedBy>
  <cp:revision>1</cp:revision>
  <dcterms:created xsi:type="dcterms:W3CDTF">2013-01-27T09:14:16Z</dcterms:created>
  <dcterms:modified xsi:type="dcterms:W3CDTF">2013-01-27T09:15:58Z</dcterms:modified>
  <cp:category/>
</cp:coreProperties>
</file>