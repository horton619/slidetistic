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8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8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2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51;p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Room 1️, floor B️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