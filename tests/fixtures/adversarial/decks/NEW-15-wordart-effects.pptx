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effectLst>
            <a:glow rad="139700">
              <a:srgbClr val="FFC000">
                <a:alpha val="40000"/>
              </a:srgbClr>
            </a:glow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r>
              <a:rPr sz="6000">
                <a:latin typeface="Calibri"/>
              </a:rPr>
              <a:t>GRAND OPENING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