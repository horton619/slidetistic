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8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8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2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2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2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51;p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/>
              <a:t>مرحبا بكم: الجلسة 2، القاعة 5.</a:t>
            </a:r>
          </a:p>
        </p:txBody>
      </p:sp>
      <p:sp>
        <p:nvSpPr>
          <p:cNvPr id="3" name="Google Shape;52;p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/>
              <a:t>ברוכים הבאים: מושב 3, אולם 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/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