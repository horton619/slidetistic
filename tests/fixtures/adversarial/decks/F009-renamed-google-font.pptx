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2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51;p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>
                <a:latin typeface="Source Sans Pro"/>
              </a:rPr>
              <a:t>Research highlights</a:t>
            </a:r>
          </a:p>
        </p:txBody>
      </p:sp>
      <p:sp>
        <p:nvSpPr>
          <p:cNvPr id="3" name="Google Shape;52;p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latin typeface="Montserrat ExtraBold"/>
              </a:rPr>
              <a:t>Three findings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