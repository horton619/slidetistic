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8"/>
            <a:ext cx="205740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8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2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sampleVideo1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video" Target="https://player.vimeo.com/video/100000001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Google Shape;51;p1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51;p2"/>
          <p:cNvSpPr txBox="1"/>
          <p:nvPr/>
        </p:nvSpPr>
        <p:spPr>
          <a:xfrm>
            <a:off x="914400" y="914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/>
              <a:t>Watch the clip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