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youtube.com/watch?v=sampleVideo1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video" Target="https://player.vimeo.com/video/10000000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Google Shape;51;p1" descr="image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2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Watch the clip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