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2.avi" ContentType="video/x-msvideo"/>
  <Override PartName="/ppt/media/media3.mkv" ContentType="video/x-matrosk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wmv"/><Relationship Id="rId3" Type="http://schemas.openxmlformats.org/officeDocument/2006/relationships/video" Target="../media/media1.wmv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avi"/><Relationship Id="rId3" Type="http://schemas.openxmlformats.org/officeDocument/2006/relationships/video" Target="../media/media2.avi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kv"/><Relationship Id="rId3" Type="http://schemas.openxmlformats.org/officeDocument/2006/relationships/video" Target="../media/media3.mkv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ov"/><Relationship Id="rId3" Type="http://schemas.openxmlformats.org/officeDocument/2006/relationships/video" Target="../media/media4.mo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wm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avi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vid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mo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