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custShowLst>
    <p:custShow name="Short version" id="0">
      <p:sldLst>
        <p:sld r:id="rId7"/>
        <p:sld r:id="rId8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xmlns:p14="http://schemas.microsoft.com/office/powerpoint/2010/main" xmlns:mc="http://schemas.openxmlformats.org/markup-compatibility/2006" showNarration="0" showAnimation="0">
    <p:browse/>
    <p:custShow id="0"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Session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Session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Session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Session slide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