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7315200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6400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Caption hanging half off the photo edge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1828800"/>
            <a:ext cx="64008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3657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Over an invisible picture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