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v" ContentType="video/x-ms-wmv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 xmlns:mc="http://schemas.openxmlformats.org/markup-compatibility/2006">
  <p:cmAuthor id="0" name="Reviewer One" initials="R1" lastIdx="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xmlns:p14="http://schemas.microsoft.com/office/powerpoint/2010/main" xmlns:mc="http://schemas.openxmlformats.org/markup-compatibility/2006" loop="1" showNarration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commentAuthors" Target="commentAuthors.xml"/></Relationships>
</file>

<file path=ppt/comments/comment1.xml><?xml version="1.0" encoding="utf-8"?>
<p:cmLst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 xmlns:mc="http://schemas.openxmlformats.org/markup-compatibility/2006">
  <p:cm authorId="0" dt="2026-09-01T10:00:00.000" idx="1">
    <p:pos x="10" y="10"/>
    <p:text>Can we check this number?</p:text>
  </p:cm>
</p:cmLst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ample.org/budget" TargetMode="External"/><Relationship Id="rId3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file:///C:/Users/sample/Pictures/chart.png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3.png"/><Relationship Id="rId5" Type="http://schemas.openxmlformats.org/officeDocument/2006/relationships/video" Target="file:///C:/Users/sample/Videos/ad.mp4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wmv"/><Relationship Id="rId3" Type="http://schemas.openxmlformats.org/officeDocument/2006/relationships/video" Target="../media/media2.wmv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latin typeface="Calibri"/>
                <a:hlinkClick r:id="rId2"/>
              </a:rPr>
              <a:t>Budget review (dates TBD)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advTm="3000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 xmlns:p14="http://schemas.microsoft.com/office/powerpoint/2010/main" xmlns:mc="http://schemas.openxmlformats.org/markup-compatibility/2006">
        <p:nvGraphicFramePr>
          <p:cNvPr id="2" name="Budget sheet"/>
          <p:cNvGraphicFramePr>
            <a:graphicFrameLocks noChangeAspect="1"/>
          </p:cNvGraphicFramePr>
          <p:nvPr/>
        </p:nvGraphicFramePr>
        <p:xfrm>
          <a:off x="914400" y="914400"/>
          <a:ext cx="2743200" cy="1828800"/>
        </p:xfrm>
        <a:graphic>
          <a:graphicData uri="http://schemas.openxmlformats.org/presentationml/2006/ole">
            <p:oleObj progId="Excel.Sheet.12" r:id="rId2" imgW="914400" imgH="609600">
              <p:embed/>
              <p:pic>
                <p:nvPicPr>
                  <p:cNvPr id="0" name="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914400" y="914400"/>
                    <a:ext cx="2743200" cy="18288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pic>
        <p:nvPicPr>
          <p:cNvPr id="3" name="Linked picture" descr="image.png"/>
          <p:cNvPicPr>
            <a:picLocks noChangeAspect="1"/>
          </p:cNvPicPr>
          <p:nvPr/>
        </p:nvPicPr>
        <p:blipFill>
          <a:blip r:link="rId5"/>
          <a:stretch>
            <a:fillRect/>
          </a:stretch>
        </p:blipFill>
        <p:spPr>
          <a:xfrm>
            <a:off x="4572000" y="914400"/>
            <a:ext cx="2743200" cy="18288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xmlns:mc="http://schemas.openxmlformats.org/markup-compatibility/2006" advClick="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ovie.mp4">
            <a:hlinkClick r:id="" action="ppaction://media"/>
          </p:cNvPr>
          <p:cNvPicPr>
            <a:picLocks noChangeAspect="1"/>
          </p:cNvPicPr>
          <p:nvPr>
            <a:videoFile r:link="rId5"/>
            <p:extLst/>
          </p:nvPr>
        </p:nvPicPr>
        <p:blipFill>
          <a:blip r:embed="rId4"/>
          <a:stretch>
            <a:fillRect/>
          </a:stretch>
        </p:blipFill>
        <p:spPr>
          <a:xfrm>
            <a:off x="914400" y="914400"/>
            <a:ext cx="5486400" cy="3108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ovie.wmv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914400"/>
            <a:ext cx="5486400" cy="3108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