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latin typeface="Calibri (MS)"/>
              </a:rPr>
              <a:t>Merged deck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Calibri (MS)"/>
              </a:rPr>
              <a:t>From Google, then Canva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