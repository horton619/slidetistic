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ink/ink1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Sample poll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Votes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/>
</file>

<file path=ppt/diagrams/data1.xml><?xml version="1.0" encoding="utf-8"?>
<dgm:dataModel xmlns:dgm="http://schemas.openxmlformats.org/drawingml/2006/diagram" xmlns:a="http://schemas.openxmlformats.org/drawingml/2006/main">
  <dgm:ptLst>
    <dgm:pt modelId="{00000001-0000-0000-0000-000000000000}">
      <dgm:t>
        <a:bodyPr/>
        <a:p>
          <a:r>
            <a:rPr lang="en-US">
              <a:latin typeface="Arial"/>
            </a:rPr>
            <a:t>One</a:t>
          </a:r>
        </a:p>
      </dgm:t>
    </dgm:pt>
    <dgm:pt modelId="{00000002-0000-0000-0000-000000000000}">
      <dgm:t>
        <a:bodyPr/>
        <a:p>
          <a:r>
            <a:rPr lang="en-US">
              <a:latin typeface="Arial"/>
            </a:rPr>
            <a:t>Two</a:t>
          </a:r>
        </a:p>
      </dgm:t>
    </dgm:pt>
    <dgm:pt modelId="{00000003-0000-0000-0000-000000000000}">
      <dgm:t>
        <a:bodyPr/>
        <a:p>
          <a:r>
            <a:rPr lang="en-US">
              <a:latin typeface="Arial"/>
            </a:rPr>
            <a:t>Three</a:t>
          </a:r>
        </a:p>
      </dgm:t>
    </dgm:pt>
  </dgm:ptLst>
  <dgm:cxnLst/>
</dgm:dataModel>
</file>

<file path=ppt/diagrams/drawing1.xml><?xml version="1.0" encoding="utf-8"?>
<dsp:drawing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000000-0000-0000-0000-000000000000}">
      <dsp:nvSpPr>
        <dsp:cNvPr id="0" name=""/>
        <dsp:cNvSpPr/>
      </dsp:nvSpPr>
      <dsp:spPr>
        <a:xfrm>
          <a:off x="0" y="0"/>
          <a:ext cx="1800000" cy="900000"/>
        </a:xfrm>
        <a:prstGeom prst="roundRect">
          <a:avLst/>
        </a:prstGeom>
      </dsp:spPr>
      <dsp:txBody>
        <a:bodyPr/>
        <a:p>
          <a:r>
            <a:rPr lang="en-US" sz="2400">
              <a:latin typeface="Arial"/>
            </a:rPr>
            <a:t>One</a:t>
          </a:r>
        </a:p>
      </dsp:txBody>
    </dsp:sp>
    <dsp:sp modelId="{10000001-0000-0000-0000-000000000000}">
      <dsp:nvSpPr>
        <dsp:cNvPr id="0" name=""/>
        <dsp:cNvSpPr/>
      </dsp:nvSpPr>
      <dsp:spPr>
        <a:xfrm>
          <a:off x="2000000" y="0"/>
          <a:ext cx="1800000" cy="900000"/>
        </a:xfrm>
        <a:prstGeom prst="roundRect">
          <a:avLst/>
        </a:prstGeom>
      </dsp:spPr>
      <dsp:txBody>
        <a:bodyPr/>
        <a:p>
          <a:r>
            <a:rPr lang="en-US" sz="2400">
              <a:latin typeface="Arial"/>
            </a:rPr>
            <a:t>Two</a:t>
          </a:r>
        </a:p>
      </dsp:txBody>
    </dsp:sp>
    <dsp:sp modelId="{10000002-0000-0000-0000-000000000000}">
      <dsp:nvSpPr>
        <dsp:cNvPr id="0" name=""/>
        <dsp:cNvSpPr/>
      </dsp:nvSpPr>
      <dsp:spPr>
        <a:xfrm>
          <a:off x="4000000" y="0"/>
          <a:ext cx="1800000" cy="900000"/>
        </a:xfrm>
        <a:prstGeom prst="roundRect">
          <a:avLst/>
        </a:prstGeom>
      </dsp:spPr>
      <dsp:txBody>
        <a:bodyPr/>
        <a:p>
          <a:r>
            <a:rPr lang="en-US" sz="2400">
              <a:latin typeface="Arial"/>
            </a:rPr>
            <a:t>Three</a:t>
          </a:r>
        </a:p>
      </dsp:txBody>
    </dsp:sp>
  </dsp:spTree>
</dsp:drawing>
</file>

<file path=ppt/diagrams/layout1.xml><?xml version="1.0" encoding="utf-8"?>
<dgm:layoutDef xmlns:dgm="http://schemas.openxmlformats.org/drawingml/2006/diagram"/>
</file>

<file path=ppt/diagrams/quickStyle1.xml><?xml version="1.0" encoding="utf-8"?>
<dgm:styleDef xmlns:dgm="http://schemas.openxmlformats.org/drawingml/2006/diagram"/>
</file>

<file path=ppt/ink/ink1.xml><?xml version="1.0" encoding="utf-8"?>
<inkml:ink xmlns:inkml="http://www.w3.org/2003/InkML">
  <inkml:trace>0 0, 10 10, 20 5</inkml:trace>
</inkml:ink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chart" Target="../charts/chart1.xml"/><Relationship Id="rId8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 xmlns:p14="http://schemas.microsoft.com/office/powerpoint/2010/main" xmlns:mc="http://schemas.openxmlformats.org/markup-compatibility/2006">
        <p:nvGraphicFramePr>
          <p:cNvPr id="2" name="Diagram 1"/>
          <p:cNvGraphicFramePr/>
          <p:nvPr/>
        </p:nvGraphicFramePr>
        <p:xfrm>
          <a:off x="457200" y="457200"/>
          <a:ext cx="6000000" cy="9000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0" y="274320"/>
          <a:ext cx="4572000" cy="27432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6576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 gridSpan="3">
                  <a:txBody>
                    <a:bodyPr/>
                    <a:lstStyle/>
                    <a:p>
                      <a:r>
                        <a:t>Merged header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mc:AlternateContent xmlns:p14="http://schemas.microsoft.com/office/powerpoint/2010/main" xmlns:mc="http://schemas.openxmlformats.org/markup-compatibility/2006" xmlns:a14="http://schemas.microsoft.com/office/drawing/2010/main">
        <mc:Choice Requires="a14">
          <p:sp>
            <p:nvSpPr>
              <p:cNvPr id="900" name="Equation"/>
              <p:cNvSpPr txBox="1"/>
              <p:nvPr/>
            </p:nvSpPr>
            <p:spPr>
              <a:xfrm>
                <a:off x="7000000" y="3500000"/>
                <a:ext cx="3000000" cy="600000"/>
              </a:xfrm>
              <a:prstGeom prst="rect">
                <a:avLst/>
              </a:prstGeom>
            </p:spPr>
            <p:txBody>
              <a:bodyPr/>
              <a:p>
                <a14:m>
                  <m:oMathPara xmlns:m="http://schemas.openxmlformats.org/officeDocument/2006/math">
                    <m:oMath>
                      <m:r>
                        <m:t>y=mx+b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00" name="Equation"/>
              <p:cNvSpPr txBox="1"/>
              <p:nvPr/>
            </p:nvSpPr>
            <p:spPr>
              <a:xfrm>
                <a:off x="7000000" y="3500000"/>
                <a:ext cx="3000000" cy="600000"/>
              </a:xfrm>
              <a:prstGeom prst="rect">
                <a:avLst/>
              </a:prstGeom>
            </p:spPr>
            <p:txBody>
              <a:bodyPr/>
              <a:p>
                <a:r>
                  <a:rPr lang="en-US"/>
                  <a:t>y = mx + b</a:t>
                </a:r>
              </a:p>
            </p:txBody>
          </p:sp>
        </mc:Fallback>
      </mc:AlternateContent>
      <mc:AlternateContent xmlns:p14="http://schemas.microsoft.com/office/powerpoint/2010/main" xmlns:mc="http://schemas.openxmlformats.org/markup-compatibility/2006">
        <mc:Choice Requires="p14">
          <p14:contentPart r:id="rId8">
            <p14:nvContentPartPr>
              <p14:cNvPr id="901" name="Ink 1"/>
              <p14:cNvContentPartPr/>
              <p14:nvPr/>
            </p14:nvContentPartPr>
            <p14:xfrm>
              <a:off x="8000000" y="5000000"/>
              <a:ext cx="1000000" cy="500000"/>
            </p14:xfrm>
          </p14:contentPart>
        </mc:Choice>
        <mc:Fallback/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