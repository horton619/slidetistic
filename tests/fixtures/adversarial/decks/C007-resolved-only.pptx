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s/modernComment_1.xml" ContentType="application/vnd.ms-powerpoint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omments/modernComment_1.xml><?xml version="1.0" encoding="utf-8"?>
<p188:cmLst xmlns:p188="http://schemas.microsoft.com/office/powerpoint/2018/8/main" xmlns:a="http://schemas.openxmlformats.org/drawingml/2006/main">
  <p188:cm id="{00000000-0000-0000-0000-000000000001}" authorId="{00000000-0000-0000-0000-0000000000AA}" created="2026-09-01T10:00:00.000" status="resolved">
    <p188:txBody>
      <a:bodyPr/>
      <a:p>
        <a:r>
          <a:t>Please swap this photo.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Final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