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ctiveX/activeX1.xml" ContentType="application/vnd.ms-office.activeX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baProject.bin" ContentType="application/vnd.ms-office.vbaProject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microsoft.com/office/2006/relationships/vbaProject" Target="vbaProject.bin"/></Relationships>
</file>

<file path=ppt/activeX/activeX1.xml><?xml version="1.0" encoding="utf-8"?>
<ax:ocx xmlns:ax="http://schemas.microsoft.com/office/2006/activeX" ax:classid="{8BD21D40-EC42-11CE-9E0D-00AA006002F3}"/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\\203.0.113.5\share\logo.png" TargetMode="External"/><Relationship Id="rId4" Type="http://schemas.openxmlformats.org/officeDocument/2006/relationships/oleObject" Target="http://203.0.113.5/budget.xlsx" TargetMode="External"/><Relationship Id="rId5" Type="http://schemas.openxmlformats.org/officeDocument/2006/relationships/image" Target="../media/image2.png"/><Relationship Id="rId6" Type="http://schemas.openxmlformats.org/officeDocument/2006/relationships/control" Target="../activeX/activeX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inked picture" descr="image.png"/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914400" y="914400"/>
            <a:ext cx="2743200" cy="1828800"/>
          </a:xfrm>
          <a:prstGeom prst="rect">
            <a:avLst/>
          </a:prstGeom>
        </p:spPr>
      </p:pic>
      <p:graphicFrame xmlns:p14="http://schemas.microsoft.com/office/powerpoint/2010/main" xmlns:mc="http://schemas.openxmlformats.org/markup-compatibility/2006">
        <p:nvGraphicFramePr>
          <p:cNvPr id="3" name="Web sheet"/>
          <p:cNvGraphicFramePr>
            <a:graphicFrameLocks noChangeAspect="1"/>
          </p:cNvGraphicFramePr>
          <p:nvPr/>
        </p:nvGraphicFramePr>
        <p:xfrm>
          <a:off x="4572000" y="914400"/>
          <a:ext cx="2743200" cy="1828800"/>
        </p:xfrm>
        <a:graphic>
          <a:graphicData uri="http://schemas.openxmlformats.org/presentationml/2006/ole">
            <p:oleObj progId="Excel.Sheet.12" r:id="rId4" imgW="914400" imgH="609600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572000" y="914400"/>
                    <a:ext cx="2743200" cy="1828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  <p:controls xmlns:p14="http://schemas.microsoft.com/office/powerpoint/2010/main" xmlns:mc="http://schemas.openxmlformats.org/markup-compatibility/2006">
      <p:control name="TextBox1" r:id="rId6" imgW="914400" imgH="304800"/>
    </p:controls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