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video" Target="file:///C:/Users/sample/Videos/opener.mp4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video" Target="intro.mp4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video" Target="file:///Users/sample/Movies/closer.mov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p4">
            <a:hlinkClick r:id="" action="ppaction://media"/>
          </p:cNvPr>
          <p:cNvPicPr>
            <a:picLocks noChangeAspect="1"/>
          </p:cNvPicPr>
          <p:nvPr>
            <a:videoFile r:link="rId5"/>
            <p:extLst/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p4">
            <a:hlinkClick r:id="" action="ppaction://media"/>
          </p:cNvPr>
          <p:cNvPicPr>
            <a:picLocks noChangeAspect="1"/>
          </p:cNvPicPr>
          <p:nvPr>
            <a:videoFile r:link="rId5"/>
            <p:extLst/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p4">
            <a:hlinkClick r:id="" action="ppaction://media"/>
          </p:cNvPr>
          <p:cNvPicPr>
            <a:picLocks noChangeAspect="1"/>
          </p:cNvPicPr>
          <p:nvPr>
            <a:videoFile r:link="rId5"/>
            <p:extLst/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