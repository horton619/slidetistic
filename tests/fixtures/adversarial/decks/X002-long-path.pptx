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1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60" y="4406900"/>
            <a:ext cx="1036294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60" y="2906713"/>
            <a:ext cx="1036294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535113"/>
            <a:ext cx="538678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5" y="2174875"/>
            <a:ext cx="538678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2" y="1535113"/>
            <a:ext cx="538889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2" y="2174875"/>
            <a:ext cx="538889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5" y="273050"/>
            <a:ext cx="40109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5" y="1435100"/>
            <a:ext cx="40109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8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8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8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5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5" y="274638"/>
            <a:ext cx="1097252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600200"/>
            <a:ext cx="109725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5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6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Deep folder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