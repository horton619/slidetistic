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Topic 1</a:t>
            </a:r>
          </a:p>
        </p:txBody>
      </p:sp>
      <p:sp>
        <p:nvSpPr>
          <p:cNvPr id="3" name="Slide Number Placeholder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US"/>
              <a:t>1</a:t>
            </a:fld>
          </a:p>
        </p:txBody>
      </p:sp>
      <p:sp>
        <p:nvSpPr>
          <p:cNvPr id="4" name="Footer Placeholder"/>
          <p:cNvSpPr txBox="1"/>
          <p:nvPr/>
        </p:nvSpPr>
        <p:spPr>
          <a:xfrm>
            <a:off x="2743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Calibri"/>
              </a:rPr>
              <a:t>Sample Expo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Topic 2</a:t>
            </a:r>
          </a:p>
        </p:txBody>
      </p:sp>
      <p:sp>
        <p:nvSpPr>
          <p:cNvPr id="3" name="Slide Number Placeholder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US"/>
              <a:t>2</a:t>
            </a:fld>
          </a:p>
        </p:txBody>
      </p:sp>
      <p:sp>
        <p:nvSpPr>
          <p:cNvPr id="4" name="Footer Placeholder"/>
          <p:cNvSpPr txBox="1"/>
          <p:nvPr/>
        </p:nvSpPr>
        <p:spPr>
          <a:xfrm>
            <a:off x="2743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Calibri"/>
              </a:rPr>
              <a:t>Sample Expo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Topic 3</a:t>
            </a:r>
          </a:p>
        </p:txBody>
      </p:sp>
      <p:sp>
        <p:nvSpPr>
          <p:cNvPr id="3" name="Slide Number Placeholder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US"/>
              <a:t>3</a:t>
            </a:fld>
          </a:p>
        </p:txBody>
      </p:sp>
      <p:sp>
        <p:nvSpPr>
          <p:cNvPr id="4" name="Footer Placeholder"/>
          <p:cNvSpPr txBox="1"/>
          <p:nvPr/>
        </p:nvSpPr>
        <p:spPr>
          <a:xfrm>
            <a:off x="2743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Calibri"/>
              </a:rPr>
              <a:t>Sample Expo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Topic 4</a:t>
            </a:r>
          </a:p>
        </p:txBody>
      </p:sp>
      <p:sp>
        <p:nvSpPr>
          <p:cNvPr id="3" name="Slide Number Placeholder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7</a:t>
            </a:r>
          </a:p>
        </p:txBody>
      </p:sp>
      <p:sp>
        <p:nvSpPr>
          <p:cNvPr id="4" name="Footer Placeholder"/>
          <p:cNvSpPr txBox="1"/>
          <p:nvPr/>
        </p:nvSpPr>
        <p:spPr>
          <a:xfrm>
            <a:off x="2743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Calibri"/>
              </a:rPr>
              <a:t>Sample Expo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