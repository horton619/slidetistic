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787327"/>
            <a:ext cx="5829300" cy="26133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6908627"/>
            <a:ext cx="4800600" cy="311565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7834293"/>
            <a:ext cx="5829300" cy="242140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5167361"/>
            <a:ext cx="5829300" cy="266693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844729"/>
            <a:ext cx="3028950" cy="804595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844729"/>
            <a:ext cx="3028950" cy="804595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729022"/>
            <a:ext cx="3030141" cy="113732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866348"/>
            <a:ext cx="3030141" cy="7024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729022"/>
            <a:ext cx="3031331" cy="113732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866348"/>
            <a:ext cx="3031331" cy="7024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85410"/>
            <a:ext cx="2256235" cy="20658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485410"/>
            <a:ext cx="3833812" cy="1040527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551225"/>
            <a:ext cx="2256235" cy="83394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8534186"/>
            <a:ext cx="4114800" cy="10075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1089351"/>
            <a:ext cx="4114800" cy="73150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9541696"/>
            <a:ext cx="4114800" cy="14308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488233"/>
            <a:ext cx="1543050" cy="1040245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488233"/>
            <a:ext cx="4514850" cy="10402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88233"/>
            <a:ext cx="6172200" cy="2031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844729"/>
            <a:ext cx="6172200" cy="8045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11299895"/>
            <a:ext cx="1600200" cy="6490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11299895"/>
            <a:ext cx="2171700" cy="6490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11299895"/>
            <a:ext cx="1600200" cy="6490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Portrait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