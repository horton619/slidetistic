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embeddedFontLst>
    <p:embeddedFont>
      <p:font typeface="Sample Display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195638"/>
            <a:ext cx="15544800" cy="22050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5829300"/>
            <a:ext cx="12801600" cy="26289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6610350"/>
            <a:ext cx="15544800" cy="204311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4360070"/>
            <a:ext cx="15544800" cy="2250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2400300"/>
            <a:ext cx="8077200" cy="67889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02670"/>
            <a:ext cx="8080376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3262312"/>
            <a:ext cx="8080376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0" y="2302670"/>
            <a:ext cx="8083550" cy="9596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0" y="3262312"/>
            <a:ext cx="8083550" cy="592693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9575"/>
            <a:ext cx="6016626" cy="17430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409575"/>
            <a:ext cx="10223500" cy="877967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152650"/>
            <a:ext cx="6016626" cy="703659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7200900"/>
            <a:ext cx="10972800" cy="8501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919162"/>
            <a:ext cx="10972800" cy="6172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8051007"/>
            <a:ext cx="10972800" cy="12072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411957"/>
            <a:ext cx="4114800" cy="87772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411957"/>
            <a:ext cx="12039600" cy="87772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411957"/>
            <a:ext cx="16459200" cy="1714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00300"/>
            <a:ext cx="16459200" cy="6788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9534525"/>
            <a:ext cx="5791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9534525"/>
            <a:ext cx="4267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>
                <a:latin typeface="Sample Display"/>
              </a:rPr>
              <a:t>Postscript outlines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