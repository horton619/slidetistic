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heic" ContentType="image/heic"/>
  <Override PartName="/ppt/media/image2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heic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webp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