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xmlns:p14="http://schemas.microsoft.com/office/powerpoint/2010/main" xmlns:mc="http://schemas.openxmlformats.org/markup-compatibility/2006" loop="1" showNarration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Sponsor 1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Tm="8000" advClick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Sponsor 2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Tm="8000" advClick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Sponsor 3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Tm="8000"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