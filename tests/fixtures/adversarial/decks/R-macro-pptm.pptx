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baProject.bin" ContentType="application/vnd.ms-office.vbaProject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microsoft.com/office/2006/relationships/vbaProject" Target="vbaProject.bin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Macro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