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Calibri"/>
      <p:regular r:id="rId8"/>
    </p:embeddedFont>
    <p:embeddedFont>
      <p:font typeface="Arial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Calibri"/>
              </a:rPr>
              <a:t>Feed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rial"/>
              </a:rPr>
              <a:t>Per ton, delivered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