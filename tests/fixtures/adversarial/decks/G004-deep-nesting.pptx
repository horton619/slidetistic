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0" y="0"/>
            <a:ext cx="2743200" cy="914400"/>
            <a:chOff x="0" y="0"/>
            <a:chExt cx="2743200" cy="914400"/>
          </a:xfrm>
        </p:grpSpPr>
        <p:grpSp>
          <p:nvGrpSpPr>
            <p:cNvPr id="3" name="Group 2"/>
            <p:cNvGrpSpPr/>
            <p:nvPr/>
          </p:nvGrpSpPr>
          <p:grpSpPr>
            <a:xfrm>
              <a:off x="0" y="0"/>
              <a:ext cx="2743200" cy="914400"/>
              <a:chOff x="0" y="0"/>
              <a:chExt cx="2743200" cy="914400"/>
            </a:xfrm>
          </p:grpSpPr>
          <p:grpSp>
            <p:nvGrpSpPr>
              <p:cNvPr id="4" name="Group 3"/>
              <p:cNvGrpSpPr/>
              <p:nvPr/>
            </p:nvGrpSpPr>
            <p:grpSpPr>
              <a:xfrm>
                <a:off x="0" y="0"/>
                <a:ext cx="2743200" cy="914400"/>
                <a:chOff x="0" y="0"/>
                <a:chExt cx="2743200" cy="914400"/>
              </a:xfrm>
            </p:grpSpPr>
            <p:grpSp>
              <p:nvGrpSpPr>
                <p:cNvPr id="5" name="Group 4"/>
                <p:cNvGrpSpPr/>
                <p:nvPr/>
              </p:nvGrpSpPr>
              <p:grpSpPr>
                <a:xfrm>
                  <a:off x="0" y="0"/>
                  <a:ext cx="2743200" cy="914400"/>
                  <a:chOff x="0" y="0"/>
                  <a:chExt cx="2743200" cy="914400"/>
                </a:xfrm>
              </p:grpSpPr>
              <p:grpSp>
                <p:nvGrpSpPr>
                  <p:cNvPr id="6" name="Group 5"/>
                  <p:cNvGrpSpPr/>
                  <p:nvPr/>
                </p:nvGrpSpPr>
                <p:grpSpPr>
                  <a:xfrm>
                    <a:off x="10972800" y="0"/>
                    <a:ext cx="2743200" cy="914400"/>
                    <a:chOff x="0" y="0"/>
                    <a:chExt cx="2743200" cy="914400"/>
                  </a:xfrm>
                </p:grpSpPr>
                <p:sp>
                  <p:nvSpPr>
                    <p:cNvPr id="7" name="TextBox 6"/>
                    <p:cNvSpPr txBox="1"/>
                    <p:nvPr/>
                  </p:nvSpPr>
                  <p:spPr>
                    <a:xfrm>
                      <a:off x="0" y="0"/>
                      <a:ext cx="2743200" cy="91440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sz="2400">
                          <a:latin typeface="Avenir"/>
                        </a:rPr>
                        <a:t>Deep caption</a:t>
                      </a:r>
                    </a:p>
                  </p:txBody>
                </p:sp>
              </p:grpSp>
            </p:grp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