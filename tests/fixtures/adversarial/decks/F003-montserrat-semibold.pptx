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Montserrat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Montserrat SemiBold"/>
              </a:rPr>
              <a:t>Partner logos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latin typeface="Montserrat"/>
              </a:rPr>
              <a:t>Thanks to our sponsors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