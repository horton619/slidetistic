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Menu page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54864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  <a:hlinkClick r:id="rId2" action="ppaction://hlinksldjump"/>
              </a:rPr>
              <a:t>Next 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Menu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Menu page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54864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  <a:hlinkClick r:id="rId2" action="ppaction://hlinksldjump"/>
              </a:rPr>
              <a:t>Next 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