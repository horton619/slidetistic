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5400000">
            <a:off x="91440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Side label</a:t>
            </a:r>
          </a:p>
        </p:txBody>
      </p:sp>
      <p:sp>
        <p:nvSpPr>
          <p:cNvPr id="3" name="TextBox 2"/>
          <p:cNvSpPr txBox="1"/>
          <p:nvPr/>
        </p:nvSpPr>
        <p:spPr>
          <a:xfrm rot="16200000">
            <a:off x="7315200" y="2743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Other side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3657600" y="45720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/>
              <a:t>Mirror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