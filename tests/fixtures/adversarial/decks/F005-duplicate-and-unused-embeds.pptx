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embeddedFontLst>
    <p:embeddedFont>
      <p:font typeface="Lato"/>
      <p:regular r:id="rId8"/>
      <p:bold r:id="rId9"/>
    </p:embeddedFont>
    <p:embeddedFont>
      <p:font typeface="Zephyr Display"/>
      <p:regular r:id="rId10"/>
    </p:embeddedFont>
    <p:embeddedFont>
      <p:font typeface="Lato"/>
      <p:regular r:id="rId8"/>
      <p:bold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0"/>
            <a:ext cx="15544800" cy="204311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2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02670"/>
            <a:ext cx="8080376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262312"/>
            <a:ext cx="8080376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0" y="2302670"/>
            <a:ext cx="8083550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0" y="3262312"/>
            <a:ext cx="8083550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9575"/>
            <a:ext cx="6016626" cy="174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409575"/>
            <a:ext cx="10223500" cy="877967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152650"/>
            <a:ext cx="6016626" cy="70365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919162"/>
            <a:ext cx="10972800" cy="6172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120729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7"/>
            <a:ext cx="4114800" cy="87772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7"/>
            <a:ext cx="12039600" cy="87772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00300"/>
            <a:ext cx="16459200" cy="6788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>
                <a:latin typeface="Lato"/>
              </a:rPr>
              <a:t>Trade show floor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