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  <a:hlinkClick r:id="rId2" action="ppaction://hlinksldjump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