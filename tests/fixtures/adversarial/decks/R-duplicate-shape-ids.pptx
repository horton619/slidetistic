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1"/>
          <p:cNvSpPr txBox="1"/>
          <p:nvPr/>
        </p:nvSpPr>
        <p:spPr>
          <a:xfrm>
            <a:off x="-73152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First pinned left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-731520" y="3657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Second pinned left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