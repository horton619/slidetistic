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ovi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914400"/>
            <a:ext cx="5486400" cy="3108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846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 showWhenStopped="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