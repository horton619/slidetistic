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1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60" y="4406900"/>
            <a:ext cx="10362941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60" y="2906713"/>
            <a:ext cx="10362941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5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5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5" y="1535113"/>
            <a:ext cx="538678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5" y="2174875"/>
            <a:ext cx="538678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2" y="1535113"/>
            <a:ext cx="5388899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2" y="2174875"/>
            <a:ext cx="5388899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5" y="273050"/>
            <a:ext cx="40109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5" y="1435100"/>
            <a:ext cx="40109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8" y="4800600"/>
            <a:ext cx="7315017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8" y="612775"/>
            <a:ext cx="7315017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8" y="5367338"/>
            <a:ext cx="7315017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9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5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5" y="274638"/>
            <a:ext cx="10972526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5" y="1600200"/>
            <a:ext cx="10972526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5" y="6356350"/>
            <a:ext cx="28447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6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/>
              <a:t>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/>
              <a:t>Slide 2</a:t>
            </a:r>
          </a:p>
        </p:txBody>
      </p:sp>
    </p:spTree>
  </p:cSld>
  <p:clrMapOvr>
    <a:masterClrMapping/>
  </p:clrMapOvr>
  <p:transition xmlns:p14="http://schemas.microsoft.com/office/powerpoint/2010/main" xmlns:mc="http://schemas.openxmlformats.org/markup-compatibility/2006" spd="slow" p14:dur="600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/>
              <a:t>Slide 3</a:t>
            </a:r>
          </a:p>
        </p:txBody>
      </p:sp>
    </p:spTree>
  </p:cSld>
  <p:clrMapOvr>
    <a:masterClrMapping/>
  </p:clrMapOvr>
  <mc:AlternateContent xmlns:p14="http://schemas.microsoft.com/office/powerpoint/2010/main" xmlns:mc="http://schemas.openxmlformats.org/markup-compatibility/2006" xmlns:p159="http://schemas.microsoft.com/office/powerpoint/2015/09/main">
    <mc:Choice Requires="p159">
      <p:transition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