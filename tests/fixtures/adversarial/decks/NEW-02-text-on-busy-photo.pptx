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731520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Thin caption over a busy 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