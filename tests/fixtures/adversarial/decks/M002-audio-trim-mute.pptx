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3"/><Relationship Id="rId3" Type="http://schemas.openxmlformats.org/officeDocument/2006/relationships/video" Target="../media/media2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ovi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>
                  <p14:trim st="2000" end="8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914400"/>
            <a:ext cx="5486400" cy="3108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ovi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914400"/>
            <a:ext cx="5486400" cy="3108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176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 mute="1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movie.vid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914400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