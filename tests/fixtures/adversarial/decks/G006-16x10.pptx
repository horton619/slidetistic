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4"/>
            <a:ext cx="7772400" cy="12250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8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8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8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16:10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