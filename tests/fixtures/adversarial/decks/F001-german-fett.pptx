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Roboto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Roboto Fett"/>
              </a:rPr>
              <a:t>Willkommen zur Messe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Roboto"/>
              </a:rPr>
              <a:t>Halle 3, Stand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