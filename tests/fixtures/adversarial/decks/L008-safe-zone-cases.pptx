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/>
              <a:t>A body paragraph that starts just inside the border by a hair.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09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sample.org/footer · page 4</a:t>
            </a:r>
          </a:p>
        </p:txBody>
      </p:sp>
      <p:sp>
        <p:nvSpPr>
          <p:cNvPr id="4" name="Rectangle 3"/>
          <p:cNvSpPr/>
          <p:nvPr/>
        </p:nvSpPr>
        <p:spPr>
          <a:xfrm>
            <a:off x="11430000" y="914400"/>
            <a:ext cx="6766560" cy="7315200"/>
          </a:xfrm>
          <a:prstGeom prst="rect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0" y="1097280"/>
            <a:ext cx="6492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>
                <a:solidFill>
                  <a:srgbClr val="FFFFFF"/>
                </a:solidFill>
              </a:rPr>
              <a:t>Panel heading</a:t>
            </a:r>
          </a:p>
          <a:p>
            <a:r>
              <a:rPr sz="4000">
                <a:solidFill>
                  <a:srgbClr val="FFFFFF"/>
                </a:solidFill>
              </a:rPr>
              <a:t>Three lines of text</a:t>
            </a:r>
          </a:p>
          <a:p>
            <a:r>
              <a:rPr sz="4000">
                <a:solidFill>
                  <a:srgbClr val="FFFFFF"/>
                </a:solidFill>
              </a:rPr>
              <a:t>sitting on the panel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