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  <p:sp>
        <p:nvSpPr>
          <p:cNvPr id="3" name="TextBox 2"/>
          <p:cNvSpPr txBox="1"/>
          <p:nvPr/>
        </p:nvSpPr>
        <p:spPr>
          <a:xfrm>
            <a:off x="-3657600" y="9144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Notes scrap off the page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3195638"/>
            <a:ext cx="15544800" cy="220503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43200" y="5829300"/>
            <a:ext cx="12801600" cy="26289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26" y="6610350"/>
            <a:ext cx="15544800" cy="204311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4626" y="4360070"/>
            <a:ext cx="15544800" cy="225028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2400300"/>
            <a:ext cx="8077200" cy="678894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96400" y="2400300"/>
            <a:ext cx="8077200" cy="678894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2302670"/>
            <a:ext cx="8080376" cy="95964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4400" y="3262312"/>
            <a:ext cx="8080376" cy="592693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90050" y="2302670"/>
            <a:ext cx="8083550" cy="95964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90050" y="3262312"/>
            <a:ext cx="8083550" cy="592693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9575"/>
            <a:ext cx="6016626" cy="17430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50100" y="409575"/>
            <a:ext cx="10223500" cy="877967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2152650"/>
            <a:ext cx="6016626" cy="703659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84576" y="7200900"/>
            <a:ext cx="10972800" cy="85010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584576" y="919162"/>
            <a:ext cx="10972800" cy="61722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84576" y="8051007"/>
            <a:ext cx="10972800" cy="120729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258800" y="411957"/>
            <a:ext cx="4114800" cy="877728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411957"/>
            <a:ext cx="12039600" cy="877728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4400" y="411957"/>
            <a:ext cx="16459200" cy="1714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2400300"/>
            <a:ext cx="16459200" cy="67889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14400" y="9534525"/>
            <a:ext cx="4267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248400" y="9534525"/>
            <a:ext cx="5791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3106400" y="9534525"/>
            <a:ext cx="4267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-2743200" y="9144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Master scrap off-slide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Inside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Sample Presenter</dc:creator>
  <cp:keywords/>
  <dc:description>generated using python-pptx</dc:description>
  <cp:lastModifiedBy>Sample Presenter</cp:lastModifiedBy>
  <cp:revision>1</cp:revision>
  <dcterms:created xsi:type="dcterms:W3CDTF">2013-01-27T09:14:16Z</dcterms:created>
  <dcterms:modified xsi:type="dcterms:W3CDTF">2013-01-27T09:15:58Z</dcterms:modified>
  <cp:category/>
</cp:coreProperties>
</file>