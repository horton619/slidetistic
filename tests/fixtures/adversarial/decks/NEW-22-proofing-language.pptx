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W" noProof="1"/>
              <a:t>Spelling squiggles off</a:t>
            </a:r>
          </a:p>
        </p:txBody>
      </p:sp>
      <p:sp>
        <p:nvSpPr>
          <p:cNvPr id="3" name="Google Shape;52;p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xh-ZA"/>
              <a:t>Molo, wamkelekile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