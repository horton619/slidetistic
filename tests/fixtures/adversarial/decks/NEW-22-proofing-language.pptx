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W" noProof="1"/>
              <a:t>Spelling squiggles off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xh-ZA"/>
              <a:t>Molo, wamkelekile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