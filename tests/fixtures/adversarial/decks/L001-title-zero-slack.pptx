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914400" y="731520"/>
            <a:ext cx="12627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latin typeface="Calibri (MS) Bold"/>
              </a:rPr>
              <a:t>Regional Grazing Outlook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Calibri (MS)"/>
              </a:rPr>
              <a:t>Rainfall, stocking rates and feed costs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