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548640" y="457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>
                <a:latin typeface="Helvetica Neue"/>
              </a:rPr>
              <a:t>Water Rights and the Next Five Years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