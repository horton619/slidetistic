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1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60" y="4406900"/>
            <a:ext cx="1036294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60" y="2906713"/>
            <a:ext cx="1036294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5" y="1535113"/>
            <a:ext cx="538678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5" y="2174875"/>
            <a:ext cx="538678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2" y="1535113"/>
            <a:ext cx="5388899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2" y="2174875"/>
            <a:ext cx="5388899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5" y="273050"/>
            <a:ext cx="40109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5" y="1435100"/>
            <a:ext cx="40109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8" y="4800600"/>
            <a:ext cx="7315017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8" y="612775"/>
            <a:ext cx="7315017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8" y="5367338"/>
            <a:ext cx="7315017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9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5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5" y="274638"/>
            <a:ext cx="10972526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5" y="1600200"/>
            <a:ext cx="10972526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5" y="6356350"/>
            <a:ext cx="28447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6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 txBox="1"/>
          <p:nvPr/>
        </p:nvSpPr>
        <p:spPr>
          <a:xfrm>
            <a:off x="548640" y="4572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latin typeface="Helvetica Neue"/>
              </a:rPr>
              <a:t>Water Rights and the Next Five Years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