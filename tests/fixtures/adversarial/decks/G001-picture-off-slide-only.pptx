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0" y="-914400"/>
            <a:ext cx="5486400" cy="5486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7315200"/>
            <a:ext cx="5486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Safe inside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