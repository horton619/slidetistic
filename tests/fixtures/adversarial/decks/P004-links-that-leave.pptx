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ample.org/progra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andout.pdf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info@sample.or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\\fileserver\share\backup deck.pptx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file:///C:/Windows/System32/notepad.ex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  <a:hlinkClick r:id="rId2"/>
              </a:rPr>
              <a:t>Click here (1)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  <a:hlinkClick r:id="rId2"/>
              </a:rPr>
              <a:t>Click here (2)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  <a:hlinkClick r:id="rId2"/>
              </a:rPr>
              <a:t>Click here (3)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  <a:hlinkClick r:id="rId2"/>
              </a:rPr>
              <a:t>Click here (4)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  <a:hlinkClick r:id="rId2" action="ppaction://program"/>
              </a:rPr>
              <a:t>Click here (5)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  <a:hlinkClick r:id="" action="ppaction://hlinkshowjump?jump=nextslide"/>
              </a:rPr>
              <a:t>Click here (6)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