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 xmlns:mc="http://schemas.openxmlformats.org/markup-compatibility/2006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Leftover notes from the old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