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modernComment_1.xml" ContentType="application/vnd.ms-powerpoint.comments+xml"/>
  <Override PartName="/ppt/comments/modernComment_2.xml" ContentType="application/vnd.ms-powerpoint.comment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 xmlns:mc="http://schemas.openxmlformats.org/markup-compatibility/2006">
  <p:cmAuthor id="0" name="Reviewer One" initials="R1" lastIdx="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commentAuthors" Target="commentAuthors.xml"/></Relationships>
</file>

<file path=ppt/comments/comment1.xml><?xml version="1.0" encoding="utf-8"?>
<p:cmLst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 xmlns:mc="http://schemas.openxmlformats.org/markup-compatibility/2006">
  <p:cm authorId="0" dt="2026-09-01T10:00:00.000" idx="1">
    <p:pos x="10" y="10"/>
    <p:text>Can we check this number?</p:text>
  </p:cm>
</p:cmLst>
</file>

<file path=ppt/comments/modernComment_1.xml><?xml version="1.0" encoding="utf-8"?>
<p188:cmLst xmlns:p188="http://schemas.microsoft.com/office/powerpoint/2018/8/main" xmlns:a="http://schemas.openxmlformats.org/drawingml/2006/main">
  <p188:cm id="{00000000-0000-0000-0000-000000000001}" authorId="{00000000-0000-0000-0000-0000000000AA}" created="2026-09-01T10:00:00.000">
    <p188:txBody>
      <a:bodyPr/>
      <a:p>
        <a:r>
          <a:t>Please swap this photo.</a:t>
        </a:r>
      </a:p>
    </p188:txBody>
  </p188:cm>
</p188:cmLst>
</file>

<file path=ppt/comments/modernComment_2.xml><?xml version="1.0" encoding="utf-8"?>
<p188:cmLst xmlns:p188="http://schemas.microsoft.com/office/powerpoint/2018/8/main" xmlns:a="http://schemas.openxmlformats.org/drawingml/2006/main">
  <p188:cm id="{00000000-0000-0000-0000-000000000002}" authorId="{00000000-0000-0000-0000-0000000000AA}" created="2026-09-01T10:00:00.000" status="resolved">
    <p188:txBody>
      <a:bodyPr/>
      <a:p>
        <a:r>
          <a:t>Please swap this photo.</a:t>
        </a:r>
      </a:p>
    </p188:txBody>
  </p188:cm>
</p188:cmLst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60" y="4406900"/>
            <a:ext cx="1036294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60" y="2906713"/>
            <a:ext cx="1036294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535113"/>
            <a:ext cx="538678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5" y="2174875"/>
            <a:ext cx="538678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2" y="1535113"/>
            <a:ext cx="538889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2" y="2174875"/>
            <a:ext cx="538889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5" y="273050"/>
            <a:ext cx="40109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5" y="1435100"/>
            <a:ext cx="40109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8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8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8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5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5" y="274638"/>
            <a:ext cx="109725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600200"/>
            <a:ext cx="109725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5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6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omments" Target="../comments/commen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18/10/relationships/comments" Target="../comments/modernComment_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18/10/relationships/comments" Target="../comments/modernComment_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Slide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