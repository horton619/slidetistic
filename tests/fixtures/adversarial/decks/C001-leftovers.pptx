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Click to add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Lorem ipsum dolor sit amet, consectetur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Presenter Name</a:t>
            </a:r>
          </a:p>
          <a:p>
            <a:r>
              <a:rPr sz="4000"/>
              <a:t>Title, Organization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Thank you, [Speaker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