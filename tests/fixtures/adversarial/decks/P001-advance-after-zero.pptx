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</a:rP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</a:rPr>
              <a:t>Slide 2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advTm="0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</a:rPr>
              <a:t>Slide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