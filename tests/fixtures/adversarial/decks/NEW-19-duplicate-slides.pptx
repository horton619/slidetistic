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Welcome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Our three priorities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Our three priorities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