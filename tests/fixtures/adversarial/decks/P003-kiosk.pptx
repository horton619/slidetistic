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xmlns:p14="http://schemas.microsoft.com/office/powerpoint/2010/main" xmlns:mc="http://schemas.openxmlformats.org/markup-compatibility/2006" showNarration="1">
    <p:kiosk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>
                <a:latin typeface="Calibri"/>
              </a:rPr>
              <a:t>Touch screen menu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Sample Presenter</dc:creator>
  <cp:keywords/>
  <dc:description>generated using python-pptx</dc:description>
  <cp:lastModifiedBy>Sample Presenter</cp:lastModifiedBy>
  <cp:revision>1</cp:revision>
  <dcterms:created xsi:type="dcterms:W3CDTF">2013-01-27T09:14:16Z</dcterms:created>
  <dcterms:modified xsi:type="dcterms:W3CDTF">2013-01-27T09:15:58Z</dcterms:modified>
  <cp:category/>
</cp:coreProperties>
</file>