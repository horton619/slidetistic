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 ble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0" y="0"/>
            <a:ext cx="7315200" cy="10287000"/>
          </a:xfrm>
          <a:prstGeom prst="rect">
            <a:avLst/>
          </a:prstGeom>
        </p:spPr>
      </p:pic>
      <p:sp>
        <p:nvSpPr>
          <p:cNvPr id="3" name="Body"/>
          <p:cNvSpPr txBox="1"/>
          <p:nvPr/>
        </p:nvSpPr>
        <p:spPr>
          <a:xfrm>
            <a:off x="-512064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Quarterly harvest results by county and crop 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