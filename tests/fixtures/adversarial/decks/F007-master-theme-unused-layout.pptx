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>
                <a:latin typeface="Bebas Neue"/>
              </a:rPr>
              <a:t>Caption prompt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roy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part 1</a:t>
            </a:r>
          </a:p>
        </p:txBody>
      </p:sp>
      <p:sp>
        <p:nvSpPr>
          <p:cNvPr id="3" name="Google Shape;52;p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Welcome, safety, schedule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part 2</a:t>
            </a:r>
          </a:p>
        </p:txBody>
      </p:sp>
      <p:sp>
        <p:nvSpPr>
          <p:cNvPr id="3" name="Google Shape;52;p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Welcome, safety,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oxima Nov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otha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