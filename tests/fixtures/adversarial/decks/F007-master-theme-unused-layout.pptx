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9144000" cy="51435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5"/>
            <a:ext cx="7772400" cy="1021556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0"/>
            <a:ext cx="4038600" cy="339447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151335"/>
            <a:ext cx="4041775" cy="47982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1631156"/>
            <a:ext cx="4041775" cy="2963466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04788"/>
            <a:ext cx="3008313" cy="8715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076325"/>
            <a:ext cx="3008313" cy="3518297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>
                <a:latin typeface="Bebas Neue"/>
              </a:rPr>
              <a:t>Caption prompt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4"/>
            <a:ext cx="5486400" cy="603646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8"/>
            <a:ext cx="2057400" cy="4388644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8"/>
            <a:ext cx="6019800" cy="4388644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8"/>
            <a:ext cx="8229600" cy="85725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200150"/>
            <a:ext cx="8229600" cy="339447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4767262"/>
            <a:ext cx="2895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4767262"/>
            <a:ext cx="2133600" cy="273844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Gilroy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 part 1</a:t>
            </a:r>
          </a:p>
        </p:txBody>
      </p:sp>
      <p:sp>
        <p:nvSpPr>
          <p:cNvPr id="3" name="Google Shape;52;p1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Welcome, safety, schedule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Google Shape;51;p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Agenda part 2</a:t>
            </a:r>
          </a:p>
        </p:txBody>
      </p:sp>
      <p:sp>
        <p:nvSpPr>
          <p:cNvPr id="3" name="Google Shape;52;p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t>Welcome, safety, schedule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Simple Light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Proxima Nov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Gotham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/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/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Sample Presenter</dc:creator>
  <cp:keywords/>
  <dc:description>generated using python-pptx</dc:description>
  <cp:lastModifiedBy>Sample Presenter</cp:lastModifiedBy>
  <cp:revision>1</cp:revision>
  <dcterms:created xsi:type="dcterms:W3CDTF">2013-01-27T09:14:16Z</dcterms:created>
  <dcterms:modified xsi:type="dcterms:W3CDTF">2013-01-27T09:15:58Z</dcterms:modified>
  <cp:category/>
</cp:coreProperties>
</file>