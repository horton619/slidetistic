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embeddedFontLst>
    <p:embeddedFont>
      <p:font typeface="Arial Nova Condensed Bold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font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0"/>
            <a:ext cx="15544800" cy="204311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2"/>
            <a:ext cx="8080376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0" y="2302670"/>
            <a:ext cx="8083550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0" y="3262312"/>
            <a:ext cx="8083550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9575"/>
            <a:ext cx="6016626" cy="174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5"/>
            <a:ext cx="10223500" cy="87796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152650"/>
            <a:ext cx="6016626" cy="70365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2"/>
            <a:ext cx="10972800" cy="6172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039600" cy="87772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6459200" cy="6788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>
                <a:latin typeface="Arial Nova Condensed Bold"/>
              </a:rPr>
              <a:t>Spring equipment sale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