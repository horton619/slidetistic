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8288000" cy="10287000" type="screen4x3"/>
  <p:notesSz cx="6858000" cy="9144000"/>
  <p:embeddedFontLst>
    <p:embeddedFont>
      <p:font typeface="Calibri (MS)"/>
      <p:regular r:id="rId11"/>
    </p:embeddedFont>
    <p:embeddedFont>
      <p:font typeface="Calibri (MS) Bold"/>
      <p:regular r:id="rId12"/>
    </p:embeddedFont>
    <p:embeddedFont>
      <p:font typeface="Roboto Bold"/>
      <p:regular r:id="rId13"/>
    </p:embeddedFont>
    <p:embeddedFont>
      <p:font typeface="Calibri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Author id="0" name="Reviewer One" initials="R1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commentAuthors" Target="commentAuthor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/Relationships>
</file>

<file path=ppt/comments/comment1.xml><?xml version="1.0" encoding="utf-8"?>
<p:cmLst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mc="http://schemas.openxmlformats.org/markup-compatibility/2006">
  <p:cm authorId="0" dt="2026-09-01T10:00:00.000" idx="1">
    <p:pos x="10" y="10"/>
    <p:text>Can we check this number?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youtube.com/watch?v=sampleVideo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80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>
                <a:latin typeface="Calibri (MS) Bold"/>
              </a:rPr>
              <a:t>Annual Conference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Calibri (MS)"/>
              </a:rPr>
              <a:t>Lorem ipsum dolor sit amet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Roboto Bold"/>
              </a:rPr>
              <a:t>Thanks 🙌🏾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Canva Sans"/>
              </a:rPr>
              <a:t>Canva-only flourish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-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  <p:pic>
        <p:nvPicPr>
          <p:cNvPr id="8" name="Picture 7" descr="image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