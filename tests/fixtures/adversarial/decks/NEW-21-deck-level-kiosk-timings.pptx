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xmlns:p14="http://schemas.microsoft.com/office/powerpoint/2010/main" xmlns:mc="http://schemas.openxmlformats.org/markup-compatibility/2006" useTimings="1" showNarration="1">
    <p:kiosk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Info screen 1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200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Info screen 2</a:t>
            </a:r>
          </a:p>
        </p:txBody>
      </p:sp>
    </p:spTree>
  </p:cSld>
  <p:clrMapOvr>
    <a:masterClrMapping/>
  </p:clrMapOvr>
  <p:transition xmlns:p14="http://schemas.microsoft.com/office/powerpoint/2010/main" xmlns:mc="http://schemas.openxmlformats.org/markup-compatibility/2006" advTm="200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Info screen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>
                <a:latin typeface="Calibri"/>
              </a:rPr>
              <a:t>Info screen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