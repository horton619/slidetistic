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oogle Shape;51;p1"/>
          <p:cNvGrpSpPr/>
          <p:nvPr/>
        </p:nvGrpSpPr>
        <p:grpSpPr>
          <a:xfrm>
            <a:off x="914400" y="914400"/>
            <a:ext cx="2743200" cy="457200"/>
            <a:chOff x="-9144000" y="0"/>
            <a:chExt cx="5486400" cy="914400"/>
          </a:xfrm>
        </p:grpSpPr>
        <p:sp>
          <p:nvSpPr>
            <p:cNvPr id="3" name="TextBox 2"/>
            <p:cNvSpPr txBox="1"/>
            <p:nvPr/>
          </p:nvSpPr>
          <p:spPr>
            <a:xfrm>
              <a:off x="-9144000" y="0"/>
              <a:ext cx="54864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/>
                <a:t>Scaled label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