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Native wide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Pasted 4:3 slide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3040"/>
            <a:ext cx="9144000" cy="5394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