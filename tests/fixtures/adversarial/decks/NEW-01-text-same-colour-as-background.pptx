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 xmlns:mc="http://schemas.openxmlformats.org/markup-compatibility/2006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1A1A1A"/>
                </a:solidFill>
              </a:rPr>
              <a:t>Sample Org, Sample 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FFFFFF"/>
                </a:solidFill>
              </a:rPr>
              <a:t>Old presenter's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 xmlns:mc="http://schemas.openxmlformats.org/markup-compatibility/2006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141414"/>
                </a:solidFill>
              </a:rPr>
              <a:t>Barely there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