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>
    <dgm:pt modelId="{00000001-0000-0000-0000-000000000000}">
      <dgm:t>
        <a:bodyPr/>
        <a:p>
          <a:r>
            <a:rPr lang="en-US">
              <a:latin typeface="Calibri (MS)"/>
            </a:rPr>
            <a:t>Plan</a:t>
          </a:r>
        </a:p>
      </dgm:t>
    </dgm:pt>
    <dgm:pt modelId="{00000002-0000-0000-0000-000000000000}">
      <dgm:t>
        <a:bodyPr/>
        <a:p>
          <a:r>
            <a:rPr lang="en-US">
              <a:latin typeface="Calibri (MS)"/>
            </a:rPr>
            <a:t>Plant</a:t>
          </a:r>
        </a:p>
      </dgm:t>
    </dgm:pt>
    <dgm:pt modelId="{00000003-0000-0000-0000-000000000000}">
      <dgm:t>
        <a:bodyPr/>
        <a:p>
          <a:r>
            <a:rPr lang="en-US">
              <a:latin typeface="Calibri (MS)"/>
            </a:rPr>
            <a:t>Harvest</a:t>
          </a:r>
        </a:p>
      </dgm:t>
    </dgm:pt>
  </dgm:ptLst>
  <dgm:cxnLst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00000-0000-0000-0000-000000000000}">
      <dsp:nvSpPr>
        <dsp:cNvPr id="0" name=""/>
        <dsp:cNvSpPr/>
      </dsp:nvSpPr>
      <dsp:spPr>
        <a:xfrm>
          <a:off x="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Calibri (MS)"/>
            </a:rPr>
            <a:t>Plan</a:t>
          </a:r>
        </a:p>
      </dsp:txBody>
    </dsp:sp>
    <dsp:sp modelId="{10000001-0000-0000-0000-000000000000}">
      <dsp:nvSpPr>
        <dsp:cNvPr id="0" name=""/>
        <dsp:cNvSpPr/>
      </dsp:nvSpPr>
      <dsp:spPr>
        <a:xfrm>
          <a:off x="200000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Calibri (MS)"/>
            </a:rPr>
            <a:t>Plant</a:t>
          </a:r>
        </a:p>
      </dsp:txBody>
    </dsp:sp>
    <dsp:sp modelId="{10000002-0000-0000-0000-000000000000}">
      <dsp:nvSpPr>
        <dsp:cNvPr id="0" name=""/>
        <dsp:cNvSpPr/>
      </dsp:nvSpPr>
      <dsp:spPr>
        <a:xfrm>
          <a:off x="4000000" y="0"/>
          <a:ext cx="1800000" cy="900000"/>
        </a:xfrm>
        <a:prstGeom prst="roundRect">
          <a:avLst/>
        </a:prstGeom>
      </dsp:spPr>
      <dsp:txBody>
        <a:bodyPr/>
        <a:p>
          <a:r>
            <a:rPr lang="en-US" sz="2400">
              <a:latin typeface="Calibri (MS)"/>
            </a:rPr>
            <a:t>Harvest</a:t>
          </a:r>
        </a:p>
      </dsp:txBody>
    </dsp:sp>
  </dsp:spTree>
</dsp:drawing>
</file>

<file path=ppt/diagrams/layout1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p14="http://schemas.microsoft.com/office/powerpoint/2010/main" xmlns:mc="http://schemas.openxmlformats.org/markup-compatibility/2006">
        <p:nvGraphicFramePr>
          <p:cNvPr id="2" name="Diagram 1"/>
          <p:cNvGraphicFramePr/>
          <p:nvPr/>
        </p:nvGraphicFramePr>
        <p:xfrm>
          <a:off x="457200" y="457200"/>
          <a:ext cx="6000000" cy="9000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