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embeddedFontLst>
    <p:embeddedFont>
      <p:font typeface="Lato"/>
      <p:regular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font" Target="fonts/font1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>
                <a:latin typeface="Lato"/>
              </a:rPr>
              <a:t>Annual meeting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