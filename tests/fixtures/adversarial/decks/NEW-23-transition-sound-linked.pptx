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file:///C:/Windows/Media/chimes.wav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Ding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>
    <p:fade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