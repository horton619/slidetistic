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27" y="2130425"/>
            <a:ext cx="84198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854" y="3886200"/>
            <a:ext cx="69339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482" y="4406900"/>
            <a:ext cx="84198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482" y="2906713"/>
            <a:ext cx="84198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285" y="1600200"/>
            <a:ext cx="43750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395" y="1600200"/>
            <a:ext cx="43750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285" y="1535113"/>
            <a:ext cx="437673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285" y="2174875"/>
            <a:ext cx="437673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1955" y="1535113"/>
            <a:ext cx="437845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1955" y="2174875"/>
            <a:ext cx="437845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85" y="273050"/>
            <a:ext cx="325890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852" y="273050"/>
            <a:ext cx="55375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285" y="1435100"/>
            <a:ext cx="325890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86" y="4800600"/>
            <a:ext cx="59434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86" y="612775"/>
            <a:ext cx="59434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86" y="5367338"/>
            <a:ext cx="59434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629" y="274638"/>
            <a:ext cx="222878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285" y="274638"/>
            <a:ext cx="65212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285" y="274638"/>
            <a:ext cx="89151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285" y="1600200"/>
            <a:ext cx="89151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285" y="6356350"/>
            <a:ext cx="23113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446" y="6356350"/>
            <a:ext cx="3136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081" y="6356350"/>
            <a:ext cx="23113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A4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