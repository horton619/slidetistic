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>
                <a:latin typeface="Calibri"/>
              </a:rPr>
              <a:t>Line 1: sample agenda item</a:t>
            </a:r>
          </a:p>
          <a:p>
            <a:r>
              <a:rPr sz="2400">
                <a:latin typeface="Calibri"/>
              </a:rPr>
              <a:t>Line 2: sample agenda item</a:t>
            </a:r>
          </a:p>
          <a:p>
            <a:r>
              <a:rPr sz="2400">
                <a:latin typeface="Calibri"/>
              </a:rPr>
              <a:t>Line 3: sample agenda item</a:t>
            </a:r>
          </a:p>
          <a:p>
            <a:r>
              <a:rPr sz="2400">
                <a:latin typeface="Calibri"/>
              </a:rPr>
              <a:t>Line 4: sample agenda item</a:t>
            </a:r>
          </a:p>
          <a:p>
            <a:r>
              <a:rPr sz="2400">
                <a:latin typeface="Calibri"/>
              </a:rPr>
              <a:t>Line 5: sample agenda item</a:t>
            </a:r>
          </a:p>
          <a:p>
            <a:r>
              <a:rPr sz="2400">
                <a:latin typeface="Calibri"/>
              </a:rPr>
              <a:t>Line 6: sample agenda item</a:t>
            </a:r>
          </a:p>
          <a:p>
            <a:r>
              <a:rPr sz="2400">
                <a:latin typeface="Calibri"/>
              </a:rPr>
              <a:t>Line 7: sample agenda item</a:t>
            </a:r>
          </a:p>
          <a:p>
            <a:r>
              <a:rPr sz="2400">
                <a:latin typeface="Calibri"/>
              </a:rPr>
              <a:t>Line 8: sample agenda item</a:t>
            </a:r>
          </a:p>
          <a:p>
            <a:r>
              <a:rPr sz="2400">
                <a:latin typeface="Calibri"/>
              </a:rPr>
              <a:t>Line 9: sample agenda item</a:t>
            </a:r>
          </a:p>
          <a:p>
            <a:r>
              <a:rPr sz="2400">
                <a:latin typeface="Calibri"/>
              </a:rPr>
              <a:t>Line 10: sample agenda item</a:t>
            </a:r>
          </a:p>
          <a:p>
            <a:r>
              <a:rPr sz="2400">
                <a:latin typeface="Calibri"/>
              </a:rPr>
              <a:t>Line 11: sample agenda item</a:t>
            </a:r>
          </a:p>
          <a:p>
            <a:r>
              <a:rPr sz="2400">
                <a:latin typeface="Calibri"/>
              </a:rPr>
              <a:t>Line 12: sample agenda item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