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550708"/>
            <a:ext cx="15544800" cy="245004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6477000"/>
            <a:ext cx="12801600" cy="2921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7344833"/>
            <a:ext cx="15544800" cy="2270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844522"/>
            <a:ext cx="15544800" cy="25003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667000"/>
            <a:ext cx="8077200" cy="7543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667000"/>
            <a:ext cx="8077200" cy="7543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558522"/>
            <a:ext cx="8080376" cy="10662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624792"/>
            <a:ext cx="8080376" cy="6585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558522"/>
            <a:ext cx="8083550" cy="10662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624792"/>
            <a:ext cx="8083550" cy="6585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5083"/>
            <a:ext cx="6016626" cy="19367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55083"/>
            <a:ext cx="10223500" cy="9755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391833"/>
            <a:ext cx="6016626" cy="7818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8001000"/>
            <a:ext cx="10972800" cy="9445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021292"/>
            <a:ext cx="10972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945563"/>
            <a:ext cx="10972800" cy="13414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57730"/>
            <a:ext cx="4114800" cy="975254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57730"/>
            <a:ext cx="12039600" cy="975254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57730"/>
            <a:ext cx="16459200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667000"/>
            <a:ext cx="16459200" cy="7543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0593917"/>
            <a:ext cx="4267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0593917"/>
            <a:ext cx="5791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0593917"/>
            <a:ext cx="4267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1920×1200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